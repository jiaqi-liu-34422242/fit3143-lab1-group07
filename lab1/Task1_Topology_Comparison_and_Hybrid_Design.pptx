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Task 1 topology analysis in the current conversation.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Task 1 topology analysis in the current conversation.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Task 1 hybrid architecture description in the current conversation.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25E6479-0071-4305-87BD-C630E06A2CA6}"/>
              </a:ext>
            </a:extLst>
          </p:cNvPr>
          <p:cNvSpPr>
            <a:spLocks noGrp="1"/>
          </p:cNvSpPr>
          <p:nvPr/>
        </p:nvSpPr>
        <p:spPr>
          <a:xfrm>
            <a:off x="514350" y="2571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TASK 1 · TOPOLOGY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5C6F43-ECF0-4B5B-89FF-400CFE0D35C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Simple topologies miss key communication needs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201F93D-45FC-4943-A5FC-3371166BD0BD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1163300" cy="4763"/>
          </a:xfrm>
          <a:prstGeom prst="line">
            <a:avLst/>
          </a:prstGeom>
          <a:noFill/>
          <a:ln w="1143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C7D64-1E07-4990-9F9A-A7D85E1D6BA6}"/>
              </a:ext>
            </a:extLst>
          </p:cNvPr>
          <p:cNvSpPr>
            <a:spLocks noGrp="1"/>
          </p:cNvSpPr>
          <p:nvPr/>
        </p:nvSpPr>
        <p:spPr>
          <a:xfrm>
            <a:off x="11201400" y="64674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9DF44-8906-4931-B234-699C99314C45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11163300" cy="4191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A6CF6-5965-4C03-894A-5CC5E0D73821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BED20-E08F-450C-BB96-7297A18B6409}"/>
              </a:ext>
            </a:extLst>
          </p:cNvPr>
          <p:cNvSpPr>
            <a:spLocks noGrp="1"/>
          </p:cNvSpPr>
          <p:nvPr/>
        </p:nvSpPr>
        <p:spPr>
          <a:xfrm>
            <a:off x="2457450" y="12192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Logical shape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AE6952-4CA2-4892-966F-C5540807BB20}"/>
              </a:ext>
            </a:extLst>
          </p:cNvPr>
          <p:cNvSpPr>
            <a:spLocks noGrp="1"/>
          </p:cNvSpPr>
          <p:nvPr/>
        </p:nvSpPr>
        <p:spPr>
          <a:xfrm>
            <a:off x="5391150" y="121920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for this EV charging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14D0A-6A94-497C-8CED-100CC9ACE620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11163300" cy="1181100"/>
          </a:xfrm>
          <a:prstGeom prst="rect">
            <a:avLst/>
          </a:prstGeom>
          <a:solidFill>
            <a:srgbClr val="FAFAFA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3D0D7E5-E68C-441A-96C4-25E51D2DD73F}"/>
              </a:ext>
            </a:extLst>
          </p:cNvPr>
          <p:cNvSpPr>
            <a:spLocks noGrp="1"/>
          </p:cNvSpPr>
          <p:nvPr/>
        </p:nvSpPr>
        <p:spPr>
          <a:xfrm>
            <a:off x="2305050" y="16383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1DD2B89-E8FE-46A2-906F-116936084130}"/>
              </a:ext>
            </a:extLst>
          </p:cNvPr>
          <p:cNvSpPr>
            <a:spLocks noGrp="1"/>
          </p:cNvSpPr>
          <p:nvPr/>
        </p:nvSpPr>
        <p:spPr>
          <a:xfrm>
            <a:off x="5219700" y="16383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175F6-7339-49A9-9F91-ADB624CF23C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Linear array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411BFB4-AA43-4541-831B-12CD5769AA92}"/>
              </a:ext>
            </a:extLst>
          </p:cNvPr>
          <p:cNvSpPr>
            <a:spLocks noGrp="1"/>
          </p:cNvSpPr>
          <p:nvPr/>
        </p:nvSpPr>
        <p:spPr>
          <a:xfrm>
            <a:off x="2724150" y="2228850"/>
            <a:ext cx="519113" cy="4763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AA31470-5502-47B0-AD9E-EB4EFB62344F}"/>
              </a:ext>
            </a:extLst>
          </p:cNvPr>
          <p:cNvSpPr>
            <a:spLocks noGrp="1"/>
          </p:cNvSpPr>
          <p:nvPr/>
        </p:nvSpPr>
        <p:spPr>
          <a:xfrm>
            <a:off x="3243263" y="2228850"/>
            <a:ext cx="519113" cy="4763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E9189F3-4C5B-4645-8C74-DCC33B7EA6A5}"/>
              </a:ext>
            </a:extLst>
          </p:cNvPr>
          <p:cNvSpPr>
            <a:spLocks noGrp="1"/>
          </p:cNvSpPr>
          <p:nvPr/>
        </p:nvSpPr>
        <p:spPr>
          <a:xfrm>
            <a:off x="3762375" y="2228850"/>
            <a:ext cx="519113" cy="4763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11A2855-AB98-4CB4-8CD2-ACC313E3DC09}"/>
              </a:ext>
            </a:extLst>
          </p:cNvPr>
          <p:cNvSpPr>
            <a:spLocks noGrp="1"/>
          </p:cNvSpPr>
          <p:nvPr/>
        </p:nvSpPr>
        <p:spPr>
          <a:xfrm>
            <a:off x="4281488" y="2228850"/>
            <a:ext cx="519113" cy="4763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1A6260-C730-48CA-9E2A-A5D6228B9DAA}"/>
              </a:ext>
            </a:extLst>
          </p:cNvPr>
          <p:cNvSpPr>
            <a:spLocks noGrp="1"/>
          </p:cNvSpPr>
          <p:nvPr/>
        </p:nvSpPr>
        <p:spPr>
          <a:xfrm>
            <a:off x="2657475" y="21621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2A2123-9AEF-4BD3-A934-D948B84CD763}"/>
              </a:ext>
            </a:extLst>
          </p:cNvPr>
          <p:cNvSpPr>
            <a:spLocks noGrp="1"/>
          </p:cNvSpPr>
          <p:nvPr/>
        </p:nvSpPr>
        <p:spPr>
          <a:xfrm>
            <a:off x="3176588" y="21621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C60E43-3160-4B12-8269-A08151FD53FD}"/>
              </a:ext>
            </a:extLst>
          </p:cNvPr>
          <p:cNvSpPr>
            <a:spLocks noGrp="1"/>
          </p:cNvSpPr>
          <p:nvPr/>
        </p:nvSpPr>
        <p:spPr>
          <a:xfrm>
            <a:off x="3695700" y="21621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12006B-B94A-4329-993E-579B118154B3}"/>
              </a:ext>
            </a:extLst>
          </p:cNvPr>
          <p:cNvSpPr>
            <a:spLocks noGrp="1"/>
          </p:cNvSpPr>
          <p:nvPr/>
        </p:nvSpPr>
        <p:spPr>
          <a:xfrm>
            <a:off x="4214813" y="21621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3A108E-9E31-432C-AFCD-9E053081A505}"/>
              </a:ext>
            </a:extLst>
          </p:cNvPr>
          <p:cNvSpPr>
            <a:spLocks noGrp="1"/>
          </p:cNvSpPr>
          <p:nvPr/>
        </p:nvSpPr>
        <p:spPr>
          <a:xfrm>
            <a:off x="4733925" y="21621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0F07EB-238E-4161-894F-09005A6E4045}"/>
              </a:ext>
            </a:extLst>
          </p:cNvPr>
          <p:cNvSpPr>
            <a:spLocks noGrp="1"/>
          </p:cNvSpPr>
          <p:nvPr/>
        </p:nvSpPr>
        <p:spPr>
          <a:xfrm>
            <a:off x="5391150" y="17335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Low cost and easy to implement.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Only two local links do not match a 2-D service area.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Long paths and one break can isolate charging nodes.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0E751A-8776-436C-A585-F79DFF55A1FA}"/>
              </a:ext>
            </a:extLst>
          </p:cNvPr>
          <p:cNvSpPr>
            <a:spLocks noGrp="1"/>
          </p:cNvSpPr>
          <p:nvPr/>
        </p:nvSpPr>
        <p:spPr>
          <a:xfrm>
            <a:off x="514350" y="2819400"/>
            <a:ext cx="11163300" cy="1181100"/>
          </a:xfrm>
          <a:prstGeom prst="rect">
            <a:avLst/>
          </a:prstGeom>
          <a:solidFill>
            <a:srgbClr val="F3F4F6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5A31D68-4AD9-461F-80AB-95CD27D9E5F7}"/>
              </a:ext>
            </a:extLst>
          </p:cNvPr>
          <p:cNvSpPr>
            <a:spLocks noGrp="1"/>
          </p:cNvSpPr>
          <p:nvPr/>
        </p:nvSpPr>
        <p:spPr>
          <a:xfrm>
            <a:off x="2305050" y="28194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FFCBDAC0-ADE2-48AC-95B6-FE20A3558E37}"/>
              </a:ext>
            </a:extLst>
          </p:cNvPr>
          <p:cNvSpPr>
            <a:spLocks noGrp="1"/>
          </p:cNvSpPr>
          <p:nvPr/>
        </p:nvSpPr>
        <p:spPr>
          <a:xfrm>
            <a:off x="5219700" y="28194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47E8BA-739A-4378-B1FB-24809017A244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8B87C39-88B1-44D8-96B9-2A3039F9FE2A}"/>
              </a:ext>
            </a:extLst>
          </p:cNvPr>
          <p:cNvSpPr>
            <a:spLocks noGrp="1"/>
          </p:cNvSpPr>
          <p:nvPr/>
        </p:nvSpPr>
        <p:spPr>
          <a:xfrm>
            <a:off x="3762375" y="3073146"/>
            <a:ext cx="742400" cy="168402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C20BA27-B49E-4E23-9C3D-F87F56252593}"/>
              </a:ext>
            </a:extLst>
          </p:cNvPr>
          <p:cNvSpPr>
            <a:spLocks noGrp="1"/>
          </p:cNvSpPr>
          <p:nvPr/>
        </p:nvSpPr>
        <p:spPr>
          <a:xfrm>
            <a:off x="4504775" y="3241548"/>
            <a:ext cx="4763" cy="33680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D2A5158-DFFD-4109-A220-438B0EFFC7CB}"/>
              </a:ext>
            </a:extLst>
          </p:cNvPr>
          <p:cNvSpPr>
            <a:spLocks noGrp="1"/>
          </p:cNvSpPr>
          <p:nvPr/>
        </p:nvSpPr>
        <p:spPr>
          <a:xfrm flipH="1">
            <a:off x="3762375" y="3578352"/>
            <a:ext cx="742400" cy="168402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F38753ED-81D6-4064-89FC-81FDC72F027D}"/>
              </a:ext>
            </a:extLst>
          </p:cNvPr>
          <p:cNvSpPr>
            <a:spLocks noGrp="1"/>
          </p:cNvSpPr>
          <p:nvPr/>
        </p:nvSpPr>
        <p:spPr>
          <a:xfrm flipH="1" flipV="1">
            <a:off x="3019975" y="3578352"/>
            <a:ext cx="742400" cy="168402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9232630-1AB5-45CC-A936-4D5F7029EE3B}"/>
              </a:ext>
            </a:extLst>
          </p:cNvPr>
          <p:cNvSpPr>
            <a:spLocks noGrp="1"/>
          </p:cNvSpPr>
          <p:nvPr/>
        </p:nvSpPr>
        <p:spPr>
          <a:xfrm flipV="1">
            <a:off x="3019975" y="3241548"/>
            <a:ext cx="4763" cy="33680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C8DA51C-05FE-48BB-A173-2B4D5AEA873F}"/>
              </a:ext>
            </a:extLst>
          </p:cNvPr>
          <p:cNvSpPr>
            <a:spLocks noGrp="1"/>
          </p:cNvSpPr>
          <p:nvPr/>
        </p:nvSpPr>
        <p:spPr>
          <a:xfrm flipV="1">
            <a:off x="3019975" y="3073146"/>
            <a:ext cx="742400" cy="168402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49F67C6-88E0-457C-909F-6ED46BD61889}"/>
              </a:ext>
            </a:extLst>
          </p:cNvPr>
          <p:cNvSpPr>
            <a:spLocks noGrp="1"/>
          </p:cNvSpPr>
          <p:nvPr/>
        </p:nvSpPr>
        <p:spPr>
          <a:xfrm>
            <a:off x="3695700" y="3006471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BC70ABC-4AA2-489E-AB7A-185927D45AB7}"/>
              </a:ext>
            </a:extLst>
          </p:cNvPr>
          <p:cNvSpPr>
            <a:spLocks noGrp="1"/>
          </p:cNvSpPr>
          <p:nvPr/>
        </p:nvSpPr>
        <p:spPr>
          <a:xfrm>
            <a:off x="4438100" y="3174873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112C15-C211-4B5A-8BC9-3FD6AFDDCBBC}"/>
              </a:ext>
            </a:extLst>
          </p:cNvPr>
          <p:cNvSpPr>
            <a:spLocks noGrp="1"/>
          </p:cNvSpPr>
          <p:nvPr/>
        </p:nvSpPr>
        <p:spPr>
          <a:xfrm>
            <a:off x="4438100" y="3511677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73E022-BBA4-4E10-AAC3-94300E860B67}"/>
              </a:ext>
            </a:extLst>
          </p:cNvPr>
          <p:cNvSpPr>
            <a:spLocks noGrp="1"/>
          </p:cNvSpPr>
          <p:nvPr/>
        </p:nvSpPr>
        <p:spPr>
          <a:xfrm>
            <a:off x="3695700" y="3680079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572F5B-1B14-430B-BFFD-FB1AEF890565}"/>
              </a:ext>
            </a:extLst>
          </p:cNvPr>
          <p:cNvSpPr>
            <a:spLocks noGrp="1"/>
          </p:cNvSpPr>
          <p:nvPr/>
        </p:nvSpPr>
        <p:spPr>
          <a:xfrm>
            <a:off x="2953300" y="3511677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E06198A-69B3-4E72-84B0-DD3263A53519}"/>
              </a:ext>
            </a:extLst>
          </p:cNvPr>
          <p:cNvSpPr>
            <a:spLocks noGrp="1"/>
          </p:cNvSpPr>
          <p:nvPr/>
        </p:nvSpPr>
        <p:spPr>
          <a:xfrm>
            <a:off x="2953300" y="3174873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BD78E9-6668-4DE1-8DC1-0FD3F2DC69AE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</a:t>
            </a:r>
            <a:r>
              <a:rPr lang="en-AU"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lang="en-AU" sz="1313" dirty="0">
                <a:solidFill>
                  <a:srgbClr val="111827"/>
                </a:solidFill>
                <a:latin typeface="Arial"/>
              </a:rPr>
              <a:t>wo communication directions</a:t>
            </a: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Each charging node still has only two </a:t>
            </a:r>
            <a:r>
              <a:rPr sz="1313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neighbours</a:t>
            </a: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Wrap-around connects distant boundary stations.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EA879E-07D6-4EA9-B5A9-375AF5B52543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11163300" cy="1181100"/>
          </a:xfrm>
          <a:prstGeom prst="rect">
            <a:avLst/>
          </a:prstGeom>
          <a:solidFill>
            <a:srgbClr val="FAFAFA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5BA43EA8-7174-48E3-AC0D-6A558736BB80}"/>
              </a:ext>
            </a:extLst>
          </p:cNvPr>
          <p:cNvSpPr>
            <a:spLocks noGrp="1"/>
          </p:cNvSpPr>
          <p:nvPr/>
        </p:nvSpPr>
        <p:spPr>
          <a:xfrm>
            <a:off x="2305050" y="40005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F6C0D075-AD4E-475E-8059-E26E29F3360D}"/>
              </a:ext>
            </a:extLst>
          </p:cNvPr>
          <p:cNvSpPr>
            <a:spLocks noGrp="1"/>
          </p:cNvSpPr>
          <p:nvPr/>
        </p:nvSpPr>
        <p:spPr>
          <a:xfrm>
            <a:off x="5219700" y="40005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2F4AF6-A129-4252-A63F-A3235ECFACFF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EF32D38F-92F3-4EA9-9684-7042696A8679}"/>
              </a:ext>
            </a:extLst>
          </p:cNvPr>
          <p:cNvSpPr>
            <a:spLocks noGrp="1"/>
          </p:cNvSpPr>
          <p:nvPr/>
        </p:nvSpPr>
        <p:spPr>
          <a:xfrm flipV="1">
            <a:off x="3762375" y="4219575"/>
            <a:ext cx="4763" cy="371475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68B18180-A31E-4DCD-BA30-7CA4DE98F15B}"/>
              </a:ext>
            </a:extLst>
          </p:cNvPr>
          <p:cNvSpPr>
            <a:spLocks noGrp="1"/>
          </p:cNvSpPr>
          <p:nvPr/>
        </p:nvSpPr>
        <p:spPr>
          <a:xfrm flipV="1">
            <a:off x="3762375" y="4405313"/>
            <a:ext cx="701156" cy="185738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E871EFB0-C716-454D-A64B-42D07D8C89A5}"/>
              </a:ext>
            </a:extLst>
          </p:cNvPr>
          <p:cNvSpPr>
            <a:spLocks noGrp="1"/>
          </p:cNvSpPr>
          <p:nvPr/>
        </p:nvSpPr>
        <p:spPr>
          <a:xfrm>
            <a:off x="3762375" y="4591050"/>
            <a:ext cx="701156" cy="185738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9C76D96A-1901-4F3F-8A65-6CDF108F15C2}"/>
              </a:ext>
            </a:extLst>
          </p:cNvPr>
          <p:cNvSpPr>
            <a:spLocks noGrp="1"/>
          </p:cNvSpPr>
          <p:nvPr/>
        </p:nvSpPr>
        <p:spPr>
          <a:xfrm>
            <a:off x="3762375" y="4591050"/>
            <a:ext cx="4763" cy="371475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A9A37E4B-D10D-4D6F-B7FC-F25ACA73422E}"/>
              </a:ext>
            </a:extLst>
          </p:cNvPr>
          <p:cNvSpPr>
            <a:spLocks noGrp="1"/>
          </p:cNvSpPr>
          <p:nvPr/>
        </p:nvSpPr>
        <p:spPr>
          <a:xfrm flipH="1">
            <a:off x="3061219" y="4591050"/>
            <a:ext cx="701156" cy="185738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766E84EF-945A-4BDB-881C-92A0A26BB118}"/>
              </a:ext>
            </a:extLst>
          </p:cNvPr>
          <p:cNvSpPr>
            <a:spLocks noGrp="1"/>
          </p:cNvSpPr>
          <p:nvPr/>
        </p:nvSpPr>
        <p:spPr>
          <a:xfrm flipH="1" flipV="1">
            <a:off x="3061219" y="4405313"/>
            <a:ext cx="701156" cy="185738"/>
          </a:xfrm>
          <a:prstGeom prst="line">
            <a:avLst/>
          </a:prstGeom>
          <a:noFill/>
          <a:ln w="16193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7316403-4197-448A-88E7-EE47F077DF58}"/>
              </a:ext>
            </a:extLst>
          </p:cNvPr>
          <p:cNvSpPr>
            <a:spLocks noGrp="1"/>
          </p:cNvSpPr>
          <p:nvPr/>
        </p:nvSpPr>
        <p:spPr>
          <a:xfrm>
            <a:off x="3695700" y="4152900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5581ED5-AC5F-4DB8-9681-1CE7B0B42785}"/>
              </a:ext>
            </a:extLst>
          </p:cNvPr>
          <p:cNvSpPr>
            <a:spLocks noGrp="1"/>
          </p:cNvSpPr>
          <p:nvPr/>
        </p:nvSpPr>
        <p:spPr>
          <a:xfrm>
            <a:off x="4396856" y="4338638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16BF363-3651-4702-A7F1-4DEDCC56B9B7}"/>
              </a:ext>
            </a:extLst>
          </p:cNvPr>
          <p:cNvSpPr>
            <a:spLocks noGrp="1"/>
          </p:cNvSpPr>
          <p:nvPr/>
        </p:nvSpPr>
        <p:spPr>
          <a:xfrm>
            <a:off x="4396856" y="4710113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2D75457-1798-4A84-BFCC-DDA3A0393721}"/>
              </a:ext>
            </a:extLst>
          </p:cNvPr>
          <p:cNvSpPr>
            <a:spLocks noGrp="1"/>
          </p:cNvSpPr>
          <p:nvPr/>
        </p:nvSpPr>
        <p:spPr>
          <a:xfrm>
            <a:off x="3695700" y="4895850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DB3464B-427E-4CD9-897C-CC7D6A126B91}"/>
              </a:ext>
            </a:extLst>
          </p:cNvPr>
          <p:cNvSpPr>
            <a:spLocks noGrp="1"/>
          </p:cNvSpPr>
          <p:nvPr/>
        </p:nvSpPr>
        <p:spPr>
          <a:xfrm>
            <a:off x="2994544" y="4710113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501F7AB-634A-4531-8459-5AAE0A5B8403}"/>
              </a:ext>
            </a:extLst>
          </p:cNvPr>
          <p:cNvSpPr>
            <a:spLocks noGrp="1"/>
          </p:cNvSpPr>
          <p:nvPr/>
        </p:nvSpPr>
        <p:spPr>
          <a:xfrm>
            <a:off x="2994544" y="4338638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5F25A3B-7D00-4515-8CF4-D8AC296CB618}"/>
              </a:ext>
            </a:extLst>
          </p:cNvPr>
          <p:cNvSpPr>
            <a:spLocks noGrp="1"/>
          </p:cNvSpPr>
          <p:nvPr/>
        </p:nvSpPr>
        <p:spPr>
          <a:xfrm>
            <a:off x="3514725" y="4419600"/>
            <a:ext cx="495300" cy="3429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E89C340-8DE6-4513-9560-970C7CB98BB0}"/>
              </a:ext>
            </a:extLst>
          </p:cNvPr>
          <p:cNvSpPr>
            <a:spLocks noGrp="1"/>
          </p:cNvSpPr>
          <p:nvPr/>
        </p:nvSpPr>
        <p:spPr>
          <a:xfrm>
            <a:off x="5391150" y="40957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</a:t>
            </a:r>
            <a:r>
              <a:rPr lang="en-AU" sz="1313" dirty="0">
                <a:solidFill>
                  <a:srgbClr val="111827"/>
                </a:solidFill>
                <a:latin typeface="Arial"/>
              </a:rPr>
              <a:t>suitable for communication between charging nodes and a base station</a:t>
            </a: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One global base becomes a bottleneck and failure point.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Charging nodes cannot query nearby </a:t>
            </a:r>
            <a:r>
              <a:rPr sz="1313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neighbours</a:t>
            </a:r>
            <a:r>
              <a:rPr sz="1313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directly.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82E3A2D-8C18-4117-8B2A-7347EC5DCCE1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11163300" cy="1181100"/>
          </a:xfrm>
          <a:prstGeom prst="rect">
            <a:avLst/>
          </a:prstGeom>
          <a:solidFill>
            <a:srgbClr val="F3F4F6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20F7C906-F0CF-43B8-AE49-3951D54F2331}"/>
              </a:ext>
            </a:extLst>
          </p:cNvPr>
          <p:cNvSpPr>
            <a:spLocks noGrp="1"/>
          </p:cNvSpPr>
          <p:nvPr/>
        </p:nvSpPr>
        <p:spPr>
          <a:xfrm>
            <a:off x="2305050" y="51816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B1AAB9E4-CFE2-499A-903D-819DFED14E2A}"/>
              </a:ext>
            </a:extLst>
          </p:cNvPr>
          <p:cNvSpPr>
            <a:spLocks noGrp="1"/>
          </p:cNvSpPr>
          <p:nvPr/>
        </p:nvSpPr>
        <p:spPr>
          <a:xfrm>
            <a:off x="5219700" y="51816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BA40F2-CBCB-4F6E-A073-368B374F6BA8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Binary tree</a:t>
            </a:r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2481648D-16F5-478A-8362-165760102894}"/>
              </a:ext>
            </a:extLst>
          </p:cNvPr>
          <p:cNvSpPr>
            <a:spLocks noGrp="1"/>
          </p:cNvSpPr>
          <p:nvPr/>
        </p:nvSpPr>
        <p:spPr>
          <a:xfrm flipH="1">
            <a:off x="3396996" y="5448300"/>
            <a:ext cx="365379" cy="2857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3E4EF4C0-D606-42DC-9BB9-8E0A9EB061FB}"/>
              </a:ext>
            </a:extLst>
          </p:cNvPr>
          <p:cNvSpPr>
            <a:spLocks noGrp="1"/>
          </p:cNvSpPr>
          <p:nvPr/>
        </p:nvSpPr>
        <p:spPr>
          <a:xfrm>
            <a:off x="3762375" y="5448300"/>
            <a:ext cx="365379" cy="2857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0ED882A0-A8D3-44F8-8D54-E9C19AC4D982}"/>
              </a:ext>
            </a:extLst>
          </p:cNvPr>
          <p:cNvSpPr>
            <a:spLocks noGrp="1"/>
          </p:cNvSpPr>
          <p:nvPr/>
        </p:nvSpPr>
        <p:spPr>
          <a:xfrm flipH="1">
            <a:off x="3162110" y="5734050"/>
            <a:ext cx="234886" cy="3238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EF0D7A36-5AE7-4939-B0A3-B65453ECC4B9}"/>
              </a:ext>
            </a:extLst>
          </p:cNvPr>
          <p:cNvSpPr>
            <a:spLocks noGrp="1"/>
          </p:cNvSpPr>
          <p:nvPr/>
        </p:nvSpPr>
        <p:spPr>
          <a:xfrm>
            <a:off x="3396996" y="5734050"/>
            <a:ext cx="182690" cy="3238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2D6F7B00-7475-4EA4-BA6D-54822C669C92}"/>
              </a:ext>
            </a:extLst>
          </p:cNvPr>
          <p:cNvSpPr>
            <a:spLocks noGrp="1"/>
          </p:cNvSpPr>
          <p:nvPr/>
        </p:nvSpPr>
        <p:spPr>
          <a:xfrm flipH="1">
            <a:off x="3945064" y="5734050"/>
            <a:ext cx="182690" cy="3238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4D05572B-72D1-40F6-A061-13906ED4DC77}"/>
              </a:ext>
            </a:extLst>
          </p:cNvPr>
          <p:cNvSpPr>
            <a:spLocks noGrp="1"/>
          </p:cNvSpPr>
          <p:nvPr/>
        </p:nvSpPr>
        <p:spPr>
          <a:xfrm>
            <a:off x="4127754" y="5734050"/>
            <a:ext cx="234886" cy="32385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7676CC3-C483-4024-8589-D8850F60659C}"/>
              </a:ext>
            </a:extLst>
          </p:cNvPr>
          <p:cNvSpPr>
            <a:spLocks noGrp="1"/>
          </p:cNvSpPr>
          <p:nvPr/>
        </p:nvSpPr>
        <p:spPr>
          <a:xfrm>
            <a:off x="3695700" y="538162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064F868-B28A-4017-BC8D-2F0631E02979}"/>
              </a:ext>
            </a:extLst>
          </p:cNvPr>
          <p:cNvSpPr>
            <a:spLocks noGrp="1"/>
          </p:cNvSpPr>
          <p:nvPr/>
        </p:nvSpPr>
        <p:spPr>
          <a:xfrm>
            <a:off x="3330321" y="56673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7E6A0DA-A49C-4492-84D2-F665DDD5DC1C}"/>
              </a:ext>
            </a:extLst>
          </p:cNvPr>
          <p:cNvSpPr>
            <a:spLocks noGrp="1"/>
          </p:cNvSpPr>
          <p:nvPr/>
        </p:nvSpPr>
        <p:spPr>
          <a:xfrm>
            <a:off x="4061079" y="566737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48EB4F0-6A5F-4EAB-9DCF-86A35D305187}"/>
              </a:ext>
            </a:extLst>
          </p:cNvPr>
          <p:cNvSpPr>
            <a:spLocks noGrp="1"/>
          </p:cNvSpPr>
          <p:nvPr/>
        </p:nvSpPr>
        <p:spPr>
          <a:xfrm>
            <a:off x="3095435" y="599122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22E9D1F-65E7-424F-943D-4458E47F618B}"/>
              </a:ext>
            </a:extLst>
          </p:cNvPr>
          <p:cNvSpPr>
            <a:spLocks noGrp="1"/>
          </p:cNvSpPr>
          <p:nvPr/>
        </p:nvSpPr>
        <p:spPr>
          <a:xfrm>
            <a:off x="3513011" y="599122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ED511B8-C15B-4DAB-9783-ABE8B7E29667}"/>
              </a:ext>
            </a:extLst>
          </p:cNvPr>
          <p:cNvSpPr>
            <a:spLocks noGrp="1"/>
          </p:cNvSpPr>
          <p:nvPr/>
        </p:nvSpPr>
        <p:spPr>
          <a:xfrm>
            <a:off x="3878389" y="599122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A14BC96-97CF-40BA-9655-B7CD2D74708D}"/>
              </a:ext>
            </a:extLst>
          </p:cNvPr>
          <p:cNvSpPr>
            <a:spLocks noGrp="1"/>
          </p:cNvSpPr>
          <p:nvPr/>
        </p:nvSpPr>
        <p:spPr>
          <a:xfrm>
            <a:off x="4295966" y="5991225"/>
            <a:ext cx="133350" cy="13335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8087E78-0794-42B7-B6EB-337BEC518D2B}"/>
              </a:ext>
            </a:extLst>
          </p:cNvPr>
          <p:cNvSpPr>
            <a:spLocks noGrp="1"/>
          </p:cNvSpPr>
          <p:nvPr/>
        </p:nvSpPr>
        <p:spPr>
          <a:xfrm>
            <a:off x="5391150" y="52768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Efficient for broadcast and hierarchical aggregation.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Parent–child links do not represent geographic neighbours.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Nearby stations may communicate through distant ancestors.</a:t>
            </a:r>
          </a:p>
        </p:txBody>
      </p:sp>
    </p:spTree>
    <p:extLst>
      <p:ext uri="{BB962C8B-B14F-4D97-AF65-F5344CB8AC3E}">
        <p14:creationId xmlns:p14="http://schemas.microsoft.com/office/powerpoint/2010/main" val="130652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8BE58005-D0F4-43B7-B4CA-A185EFF8B2D9}"/>
              </a:ext>
            </a:extLst>
          </p:cNvPr>
          <p:cNvSpPr>
            <a:spLocks noGrp="1"/>
          </p:cNvSpPr>
          <p:nvPr/>
        </p:nvSpPr>
        <p:spPr>
          <a:xfrm>
            <a:off x="514350" y="2571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TASK 1 · TOPOLOGY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548A6-5B7B-45B3-A775-52E2CE5AA232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277"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Higher connectivity adds links the simulation does not need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D7B4746-AF3D-420F-A951-4A894D5AF6AB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1163300" cy="4763"/>
          </a:xfrm>
          <a:prstGeom prst="line">
            <a:avLst/>
          </a:prstGeom>
          <a:noFill/>
          <a:ln w="1143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D03A8-A6D1-4029-B5B0-EAFB707CBF6D}"/>
              </a:ext>
            </a:extLst>
          </p:cNvPr>
          <p:cNvSpPr>
            <a:spLocks noGrp="1"/>
          </p:cNvSpPr>
          <p:nvPr/>
        </p:nvSpPr>
        <p:spPr>
          <a:xfrm>
            <a:off x="11201400" y="64674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C1E8F8-F35C-4DE5-90D3-EF9EE4E661F2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11163300" cy="4191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B8BA0B-6D67-4116-8EC3-C657B46F9616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37ECC9-627E-49C4-AD10-6AF493422BF3}"/>
              </a:ext>
            </a:extLst>
          </p:cNvPr>
          <p:cNvSpPr>
            <a:spLocks noGrp="1"/>
          </p:cNvSpPr>
          <p:nvPr/>
        </p:nvSpPr>
        <p:spPr>
          <a:xfrm>
            <a:off x="2457450" y="12192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Logical shape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65566-0AD5-420D-B472-C31AD57DB7A3}"/>
              </a:ext>
            </a:extLst>
          </p:cNvPr>
          <p:cNvSpPr>
            <a:spLocks noGrp="1"/>
          </p:cNvSpPr>
          <p:nvPr/>
        </p:nvSpPr>
        <p:spPr>
          <a:xfrm>
            <a:off x="5391150" y="121920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for this EV charging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707EC2-639E-4686-B953-D46A2BD4281C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11163300" cy="1181100"/>
          </a:xfrm>
          <a:prstGeom prst="rect">
            <a:avLst/>
          </a:prstGeom>
          <a:solidFill>
            <a:srgbClr val="FAFAFA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D7BFC59-0630-47BC-B729-6E8B43B8F803}"/>
              </a:ext>
            </a:extLst>
          </p:cNvPr>
          <p:cNvSpPr>
            <a:spLocks noGrp="1"/>
          </p:cNvSpPr>
          <p:nvPr/>
        </p:nvSpPr>
        <p:spPr>
          <a:xfrm>
            <a:off x="2305050" y="16383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C1F4EEE-DDEA-4B4D-8E7A-3A5734A1038A}"/>
              </a:ext>
            </a:extLst>
          </p:cNvPr>
          <p:cNvSpPr>
            <a:spLocks noGrp="1"/>
          </p:cNvSpPr>
          <p:nvPr/>
        </p:nvSpPr>
        <p:spPr>
          <a:xfrm>
            <a:off x="5219700" y="16383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F664C-63A4-44A6-86E4-97BAFA10EC4B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2-D torus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36F229B-8F37-48AA-AB4C-1AC1F70F5D4B}"/>
              </a:ext>
            </a:extLst>
          </p:cNvPr>
          <p:cNvSpPr>
            <a:spLocks noGrp="1"/>
          </p:cNvSpPr>
          <p:nvPr/>
        </p:nvSpPr>
        <p:spPr>
          <a:xfrm>
            <a:off x="3105150" y="1924050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B074DEB-2BB7-473E-B467-381F82318A05}"/>
              </a:ext>
            </a:extLst>
          </p:cNvPr>
          <p:cNvSpPr>
            <a:spLocks noGrp="1"/>
          </p:cNvSpPr>
          <p:nvPr/>
        </p:nvSpPr>
        <p:spPr>
          <a:xfrm>
            <a:off x="3629025" y="1924050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1E73CDD-D80B-42C2-A079-2B20EFF747AB}"/>
              </a:ext>
            </a:extLst>
          </p:cNvPr>
          <p:cNvSpPr>
            <a:spLocks noGrp="1"/>
          </p:cNvSpPr>
          <p:nvPr/>
        </p:nvSpPr>
        <p:spPr>
          <a:xfrm>
            <a:off x="3105150" y="2219325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61C9C1B-FEBB-4F14-B2C2-0AA1D5237E5F}"/>
              </a:ext>
            </a:extLst>
          </p:cNvPr>
          <p:cNvSpPr>
            <a:spLocks noGrp="1"/>
          </p:cNvSpPr>
          <p:nvPr/>
        </p:nvSpPr>
        <p:spPr>
          <a:xfrm>
            <a:off x="3629025" y="2219325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4B8747F-8B8C-4020-AFC8-7806B434F4EE}"/>
              </a:ext>
            </a:extLst>
          </p:cNvPr>
          <p:cNvSpPr>
            <a:spLocks noGrp="1"/>
          </p:cNvSpPr>
          <p:nvPr/>
        </p:nvSpPr>
        <p:spPr>
          <a:xfrm>
            <a:off x="3105150" y="2514600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C5DE13E-DAEC-4726-A655-5EBBFE7D8D01}"/>
              </a:ext>
            </a:extLst>
          </p:cNvPr>
          <p:cNvSpPr>
            <a:spLocks noGrp="1"/>
          </p:cNvSpPr>
          <p:nvPr/>
        </p:nvSpPr>
        <p:spPr>
          <a:xfrm>
            <a:off x="3629025" y="2514600"/>
            <a:ext cx="523875" cy="4763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93E3FA4-95A8-4BF2-9AE0-E220765EDD72}"/>
              </a:ext>
            </a:extLst>
          </p:cNvPr>
          <p:cNvSpPr>
            <a:spLocks noGrp="1"/>
          </p:cNvSpPr>
          <p:nvPr/>
        </p:nvSpPr>
        <p:spPr>
          <a:xfrm>
            <a:off x="3105150" y="1924050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F821B5B-9750-4006-97E2-C5F3DAB0059E}"/>
              </a:ext>
            </a:extLst>
          </p:cNvPr>
          <p:cNvSpPr>
            <a:spLocks noGrp="1"/>
          </p:cNvSpPr>
          <p:nvPr/>
        </p:nvSpPr>
        <p:spPr>
          <a:xfrm>
            <a:off x="3105150" y="2219325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2DC7DAB-F803-4766-8163-950096AFFF77}"/>
              </a:ext>
            </a:extLst>
          </p:cNvPr>
          <p:cNvSpPr>
            <a:spLocks noGrp="1"/>
          </p:cNvSpPr>
          <p:nvPr/>
        </p:nvSpPr>
        <p:spPr>
          <a:xfrm>
            <a:off x="3629025" y="1924050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5E265C3-6833-4070-9BD2-C7CA1ABBA07D}"/>
              </a:ext>
            </a:extLst>
          </p:cNvPr>
          <p:cNvSpPr>
            <a:spLocks noGrp="1"/>
          </p:cNvSpPr>
          <p:nvPr/>
        </p:nvSpPr>
        <p:spPr>
          <a:xfrm>
            <a:off x="3629025" y="2219325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E82F94C9-1F74-41DD-9A8B-E895C9FE459E}"/>
              </a:ext>
            </a:extLst>
          </p:cNvPr>
          <p:cNvSpPr>
            <a:spLocks noGrp="1"/>
          </p:cNvSpPr>
          <p:nvPr/>
        </p:nvSpPr>
        <p:spPr>
          <a:xfrm>
            <a:off x="4152900" y="1924050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A7386E7-F8E9-453A-8639-0EF2F59477F8}"/>
              </a:ext>
            </a:extLst>
          </p:cNvPr>
          <p:cNvSpPr>
            <a:spLocks noGrp="1"/>
          </p:cNvSpPr>
          <p:nvPr/>
        </p:nvSpPr>
        <p:spPr>
          <a:xfrm>
            <a:off x="4152900" y="2219325"/>
            <a:ext cx="4763" cy="295275"/>
          </a:xfrm>
          <a:prstGeom prst="line">
            <a:avLst/>
          </a:prstGeom>
          <a:noFill/>
          <a:ln w="14288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DAFF3770-31D2-4316-B6F0-4ECE0CD2A1DF}"/>
              </a:ext>
            </a:extLst>
          </p:cNvPr>
          <p:cNvSpPr>
            <a:spLocks noGrp="1"/>
          </p:cNvSpPr>
          <p:nvPr/>
        </p:nvSpPr>
        <p:spPr>
          <a:xfrm flipH="1">
            <a:off x="2886075" y="1924050"/>
            <a:ext cx="21907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57CF3241-3C61-4C4A-B130-00175FD0BD6E}"/>
              </a:ext>
            </a:extLst>
          </p:cNvPr>
          <p:cNvSpPr>
            <a:spLocks noGrp="1"/>
          </p:cNvSpPr>
          <p:nvPr/>
        </p:nvSpPr>
        <p:spPr>
          <a:xfrm flipV="1">
            <a:off x="2886075" y="1828800"/>
            <a:ext cx="4763" cy="95250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6FD1635-49D2-452B-8FB6-EFF1A5F06B49}"/>
              </a:ext>
            </a:extLst>
          </p:cNvPr>
          <p:cNvSpPr>
            <a:spLocks noGrp="1"/>
          </p:cNvSpPr>
          <p:nvPr/>
        </p:nvSpPr>
        <p:spPr>
          <a:xfrm>
            <a:off x="2886075" y="1828800"/>
            <a:ext cx="126682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C8E32D6-5D3C-4821-8003-8E92355680E7}"/>
              </a:ext>
            </a:extLst>
          </p:cNvPr>
          <p:cNvSpPr>
            <a:spLocks noGrp="1"/>
          </p:cNvSpPr>
          <p:nvPr/>
        </p:nvSpPr>
        <p:spPr>
          <a:xfrm flipH="1">
            <a:off x="2886075" y="2219325"/>
            <a:ext cx="21907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582794B-7886-46EB-8433-9A85F9FBA392}"/>
              </a:ext>
            </a:extLst>
          </p:cNvPr>
          <p:cNvSpPr>
            <a:spLocks noGrp="1"/>
          </p:cNvSpPr>
          <p:nvPr/>
        </p:nvSpPr>
        <p:spPr>
          <a:xfrm flipV="1">
            <a:off x="2886075" y="2124075"/>
            <a:ext cx="4763" cy="95250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E23EC334-1103-40F9-87EA-72819815EFB6}"/>
              </a:ext>
            </a:extLst>
          </p:cNvPr>
          <p:cNvSpPr>
            <a:spLocks noGrp="1"/>
          </p:cNvSpPr>
          <p:nvPr/>
        </p:nvSpPr>
        <p:spPr>
          <a:xfrm>
            <a:off x="2886075" y="2124075"/>
            <a:ext cx="126682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378D0B59-3AE8-4829-8FF3-499E57B69B74}"/>
              </a:ext>
            </a:extLst>
          </p:cNvPr>
          <p:cNvSpPr>
            <a:spLocks noGrp="1"/>
          </p:cNvSpPr>
          <p:nvPr/>
        </p:nvSpPr>
        <p:spPr>
          <a:xfrm flipH="1">
            <a:off x="2886075" y="2514600"/>
            <a:ext cx="21907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05A1E74B-5EC2-4DAD-9CDA-403BF1EBC14F}"/>
              </a:ext>
            </a:extLst>
          </p:cNvPr>
          <p:cNvSpPr>
            <a:spLocks noGrp="1"/>
          </p:cNvSpPr>
          <p:nvPr/>
        </p:nvSpPr>
        <p:spPr>
          <a:xfrm flipV="1">
            <a:off x="2886075" y="2419350"/>
            <a:ext cx="4763" cy="95250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ABAECDBC-2F62-4E12-ACD4-273834889164}"/>
              </a:ext>
            </a:extLst>
          </p:cNvPr>
          <p:cNvSpPr>
            <a:spLocks noGrp="1"/>
          </p:cNvSpPr>
          <p:nvPr/>
        </p:nvSpPr>
        <p:spPr>
          <a:xfrm>
            <a:off x="2886075" y="2419350"/>
            <a:ext cx="1266825" cy="4763"/>
          </a:xfrm>
          <a:prstGeom prst="line">
            <a:avLst/>
          </a:prstGeom>
          <a:noFill/>
          <a:ln w="14288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35D121-A366-4A07-ACA0-FE087183C147}"/>
              </a:ext>
            </a:extLst>
          </p:cNvPr>
          <p:cNvSpPr>
            <a:spLocks noGrp="1"/>
          </p:cNvSpPr>
          <p:nvPr/>
        </p:nvSpPr>
        <p:spPr>
          <a:xfrm>
            <a:off x="3052763" y="187166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2F0FEE0-57A3-4291-BB1F-11B12EDEC9F3}"/>
              </a:ext>
            </a:extLst>
          </p:cNvPr>
          <p:cNvSpPr>
            <a:spLocks noGrp="1"/>
          </p:cNvSpPr>
          <p:nvPr/>
        </p:nvSpPr>
        <p:spPr>
          <a:xfrm>
            <a:off x="3576638" y="187166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9CAD55-D774-4064-A110-BE27380FB4C4}"/>
              </a:ext>
            </a:extLst>
          </p:cNvPr>
          <p:cNvSpPr>
            <a:spLocks noGrp="1"/>
          </p:cNvSpPr>
          <p:nvPr/>
        </p:nvSpPr>
        <p:spPr>
          <a:xfrm>
            <a:off x="4100513" y="187166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D278D76-138B-4158-8295-C78EF56A9285}"/>
              </a:ext>
            </a:extLst>
          </p:cNvPr>
          <p:cNvSpPr>
            <a:spLocks noGrp="1"/>
          </p:cNvSpPr>
          <p:nvPr/>
        </p:nvSpPr>
        <p:spPr>
          <a:xfrm>
            <a:off x="3052763" y="21669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7EB53B8-243B-42CB-8EC0-9DD58465ED31}"/>
              </a:ext>
            </a:extLst>
          </p:cNvPr>
          <p:cNvSpPr>
            <a:spLocks noGrp="1"/>
          </p:cNvSpPr>
          <p:nvPr/>
        </p:nvSpPr>
        <p:spPr>
          <a:xfrm>
            <a:off x="3576638" y="21669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C27751-FB84-4168-8D8B-302C53C0B2C5}"/>
              </a:ext>
            </a:extLst>
          </p:cNvPr>
          <p:cNvSpPr>
            <a:spLocks noGrp="1"/>
          </p:cNvSpPr>
          <p:nvPr/>
        </p:nvSpPr>
        <p:spPr>
          <a:xfrm>
            <a:off x="4100513" y="21669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4E1BEEA-2ECC-4906-A5E7-E503024E3B08}"/>
              </a:ext>
            </a:extLst>
          </p:cNvPr>
          <p:cNvSpPr>
            <a:spLocks noGrp="1"/>
          </p:cNvSpPr>
          <p:nvPr/>
        </p:nvSpPr>
        <p:spPr>
          <a:xfrm>
            <a:off x="3052763" y="246221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F128C4A-54CD-4533-8F39-162538A0145A}"/>
              </a:ext>
            </a:extLst>
          </p:cNvPr>
          <p:cNvSpPr>
            <a:spLocks noGrp="1"/>
          </p:cNvSpPr>
          <p:nvPr/>
        </p:nvSpPr>
        <p:spPr>
          <a:xfrm>
            <a:off x="3576638" y="246221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F46C127-5BEF-4937-8234-876053EE6E80}"/>
              </a:ext>
            </a:extLst>
          </p:cNvPr>
          <p:cNvSpPr>
            <a:spLocks noGrp="1"/>
          </p:cNvSpPr>
          <p:nvPr/>
        </p:nvSpPr>
        <p:spPr>
          <a:xfrm>
            <a:off x="4100513" y="2462213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4B821A-E35C-4B49-AF7E-243ABBE38F64}"/>
              </a:ext>
            </a:extLst>
          </p:cNvPr>
          <p:cNvSpPr>
            <a:spLocks noGrp="1"/>
          </p:cNvSpPr>
          <p:nvPr/>
        </p:nvSpPr>
        <p:spPr>
          <a:xfrm>
            <a:off x="5391150" y="17335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Four-neighbour pattern gives uniform connectivity.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Wrap-around directly connects opposite service-area boundaries, which is unrealistic for charging stations.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26E324-C5FF-4F89-A9B8-933DB885BE99}"/>
              </a:ext>
            </a:extLst>
          </p:cNvPr>
          <p:cNvSpPr>
            <a:spLocks noGrp="1"/>
          </p:cNvSpPr>
          <p:nvPr/>
        </p:nvSpPr>
        <p:spPr>
          <a:xfrm>
            <a:off x="514350" y="2819400"/>
            <a:ext cx="11163300" cy="1181100"/>
          </a:xfrm>
          <a:prstGeom prst="rect">
            <a:avLst/>
          </a:prstGeom>
          <a:solidFill>
            <a:srgbClr val="F3F4F6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73FD9284-E1B3-4812-93A3-152607BBFF4C}"/>
              </a:ext>
            </a:extLst>
          </p:cNvPr>
          <p:cNvSpPr>
            <a:spLocks noGrp="1"/>
          </p:cNvSpPr>
          <p:nvPr/>
        </p:nvSpPr>
        <p:spPr>
          <a:xfrm>
            <a:off x="2305050" y="28194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AA38A5E5-7EFB-4A31-BFDF-E9513B637238}"/>
              </a:ext>
            </a:extLst>
          </p:cNvPr>
          <p:cNvSpPr>
            <a:spLocks noGrp="1"/>
          </p:cNvSpPr>
          <p:nvPr/>
        </p:nvSpPr>
        <p:spPr>
          <a:xfrm>
            <a:off x="5219700" y="28194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E08EDE7-AE09-46E3-A4AF-48689CCFBD8F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3-D mesh</a:t>
            </a: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A20214B1-E9EE-4350-A861-00AEA7003EF5}"/>
              </a:ext>
            </a:extLst>
          </p:cNvPr>
          <p:cNvSpPr>
            <a:spLocks noGrp="1"/>
          </p:cNvSpPr>
          <p:nvPr/>
        </p:nvSpPr>
        <p:spPr>
          <a:xfrm>
            <a:off x="3143250" y="3076575"/>
            <a:ext cx="523875" cy="4763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B0981068-BB84-458D-B325-C244C2139506}"/>
              </a:ext>
            </a:extLst>
          </p:cNvPr>
          <p:cNvSpPr>
            <a:spLocks noGrp="1"/>
          </p:cNvSpPr>
          <p:nvPr/>
        </p:nvSpPr>
        <p:spPr>
          <a:xfrm>
            <a:off x="3667125" y="3076575"/>
            <a:ext cx="523875" cy="4763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13FF9B37-CCA2-406E-BFAD-CCF2D2DF59C7}"/>
              </a:ext>
            </a:extLst>
          </p:cNvPr>
          <p:cNvSpPr>
            <a:spLocks noGrp="1"/>
          </p:cNvSpPr>
          <p:nvPr/>
        </p:nvSpPr>
        <p:spPr>
          <a:xfrm>
            <a:off x="3143250" y="3400425"/>
            <a:ext cx="523875" cy="4763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E2255ADC-3DA4-4EE0-B7A9-273920686F1E}"/>
              </a:ext>
            </a:extLst>
          </p:cNvPr>
          <p:cNvSpPr>
            <a:spLocks noGrp="1"/>
          </p:cNvSpPr>
          <p:nvPr/>
        </p:nvSpPr>
        <p:spPr>
          <a:xfrm>
            <a:off x="3667125" y="3400425"/>
            <a:ext cx="523875" cy="4763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97C6FB92-6A6F-42AC-887A-5E8AECD2A1CB}"/>
              </a:ext>
            </a:extLst>
          </p:cNvPr>
          <p:cNvSpPr>
            <a:spLocks noGrp="1"/>
          </p:cNvSpPr>
          <p:nvPr/>
        </p:nvSpPr>
        <p:spPr>
          <a:xfrm>
            <a:off x="3143250" y="3076575"/>
            <a:ext cx="4763" cy="323850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5788F93A-6854-4B64-82CE-8A276D38F62E}"/>
              </a:ext>
            </a:extLst>
          </p:cNvPr>
          <p:cNvSpPr>
            <a:spLocks noGrp="1"/>
          </p:cNvSpPr>
          <p:nvPr/>
        </p:nvSpPr>
        <p:spPr>
          <a:xfrm>
            <a:off x="3667125" y="3076575"/>
            <a:ext cx="4763" cy="323850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9EA49068-6AC7-471E-BB02-D35FC14FE83A}"/>
              </a:ext>
            </a:extLst>
          </p:cNvPr>
          <p:cNvSpPr>
            <a:spLocks noGrp="1"/>
          </p:cNvSpPr>
          <p:nvPr/>
        </p:nvSpPr>
        <p:spPr>
          <a:xfrm>
            <a:off x="4191000" y="3076575"/>
            <a:ext cx="4763" cy="323850"/>
          </a:xfrm>
          <a:prstGeom prst="line">
            <a:avLst/>
          </a:prstGeom>
          <a:noFill/>
          <a:ln w="1333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ACEEC9F3-FD96-4E80-A369-A7DEA9529CF6}"/>
              </a:ext>
            </a:extLst>
          </p:cNvPr>
          <p:cNvSpPr>
            <a:spLocks noGrp="1"/>
          </p:cNvSpPr>
          <p:nvPr/>
        </p:nvSpPr>
        <p:spPr>
          <a:xfrm>
            <a:off x="2895600" y="3324225"/>
            <a:ext cx="523875" cy="4763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2BA31076-833C-4BC5-86BE-AB1C39A7590F}"/>
              </a:ext>
            </a:extLst>
          </p:cNvPr>
          <p:cNvSpPr>
            <a:spLocks noGrp="1"/>
          </p:cNvSpPr>
          <p:nvPr/>
        </p:nvSpPr>
        <p:spPr>
          <a:xfrm>
            <a:off x="3419475" y="3324225"/>
            <a:ext cx="523875" cy="4763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9BE1AD7C-A3E3-4BBA-95F0-FE4AD4634902}"/>
              </a:ext>
            </a:extLst>
          </p:cNvPr>
          <p:cNvSpPr>
            <a:spLocks noGrp="1"/>
          </p:cNvSpPr>
          <p:nvPr/>
        </p:nvSpPr>
        <p:spPr>
          <a:xfrm>
            <a:off x="2895600" y="3648075"/>
            <a:ext cx="523875" cy="4763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traight Connector 57">
            <a:extLst>
              <a:ext uri="{FF2B5EF4-FFF2-40B4-BE49-F238E27FC236}">
                <a16:creationId xmlns:a16="http://schemas.microsoft.com/office/drawing/2014/main" id="{B080FE12-B4AC-4635-B722-0CA661365C1D}"/>
              </a:ext>
            </a:extLst>
          </p:cNvPr>
          <p:cNvSpPr>
            <a:spLocks noGrp="1"/>
          </p:cNvSpPr>
          <p:nvPr/>
        </p:nvSpPr>
        <p:spPr>
          <a:xfrm>
            <a:off x="3419475" y="3648075"/>
            <a:ext cx="523875" cy="4763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E47F1726-6262-4D88-8C37-B93D77E9CC17}"/>
              </a:ext>
            </a:extLst>
          </p:cNvPr>
          <p:cNvSpPr>
            <a:spLocks noGrp="1"/>
          </p:cNvSpPr>
          <p:nvPr/>
        </p:nvSpPr>
        <p:spPr>
          <a:xfrm>
            <a:off x="2895600" y="3324225"/>
            <a:ext cx="4763" cy="323850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FE19F533-C249-4DA0-BE7D-9DDE2418BF21}"/>
              </a:ext>
            </a:extLst>
          </p:cNvPr>
          <p:cNvSpPr>
            <a:spLocks noGrp="1"/>
          </p:cNvSpPr>
          <p:nvPr/>
        </p:nvSpPr>
        <p:spPr>
          <a:xfrm>
            <a:off x="3419475" y="3324225"/>
            <a:ext cx="4763" cy="323850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92FB155A-2E81-43F4-9C99-363D48B515AF}"/>
              </a:ext>
            </a:extLst>
          </p:cNvPr>
          <p:cNvSpPr>
            <a:spLocks noGrp="1"/>
          </p:cNvSpPr>
          <p:nvPr/>
        </p:nvSpPr>
        <p:spPr>
          <a:xfrm>
            <a:off x="3943350" y="3324225"/>
            <a:ext cx="4763" cy="323850"/>
          </a:xfrm>
          <a:prstGeom prst="line">
            <a:avLst/>
          </a:prstGeom>
          <a:noFill/>
          <a:ln w="1524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82D8A0E5-3FC0-407A-BE84-B842906A5B3C}"/>
              </a:ext>
            </a:extLst>
          </p:cNvPr>
          <p:cNvSpPr>
            <a:spLocks noGrp="1"/>
          </p:cNvSpPr>
          <p:nvPr/>
        </p:nvSpPr>
        <p:spPr>
          <a:xfrm flipH="1">
            <a:off x="2895600" y="307657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F2DBD0FC-75A7-445D-8CB6-07C8F2B19F9C}"/>
              </a:ext>
            </a:extLst>
          </p:cNvPr>
          <p:cNvSpPr>
            <a:spLocks noGrp="1"/>
          </p:cNvSpPr>
          <p:nvPr/>
        </p:nvSpPr>
        <p:spPr>
          <a:xfrm flipH="1">
            <a:off x="3419475" y="307657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AC8F4DE7-3A62-44B6-A8B6-E4FFAC0835D7}"/>
              </a:ext>
            </a:extLst>
          </p:cNvPr>
          <p:cNvSpPr>
            <a:spLocks noGrp="1"/>
          </p:cNvSpPr>
          <p:nvPr/>
        </p:nvSpPr>
        <p:spPr>
          <a:xfrm flipH="1">
            <a:off x="3943350" y="307657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DFB14E1B-5C43-40D0-8389-2169CE73E143}"/>
              </a:ext>
            </a:extLst>
          </p:cNvPr>
          <p:cNvSpPr>
            <a:spLocks noGrp="1"/>
          </p:cNvSpPr>
          <p:nvPr/>
        </p:nvSpPr>
        <p:spPr>
          <a:xfrm flipH="1">
            <a:off x="2895600" y="340042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232C39E2-C74A-4A8D-8D42-F04E0164D316}"/>
              </a:ext>
            </a:extLst>
          </p:cNvPr>
          <p:cNvSpPr>
            <a:spLocks noGrp="1"/>
          </p:cNvSpPr>
          <p:nvPr/>
        </p:nvSpPr>
        <p:spPr>
          <a:xfrm flipH="1">
            <a:off x="3419475" y="340042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DC84BB9F-3448-4965-BB2F-246004F8742A}"/>
              </a:ext>
            </a:extLst>
          </p:cNvPr>
          <p:cNvSpPr>
            <a:spLocks noGrp="1"/>
          </p:cNvSpPr>
          <p:nvPr/>
        </p:nvSpPr>
        <p:spPr>
          <a:xfrm flipH="1">
            <a:off x="3943350" y="3400425"/>
            <a:ext cx="247650" cy="247650"/>
          </a:xfrm>
          <a:prstGeom prst="line">
            <a:avLst/>
          </a:prstGeom>
          <a:noFill/>
          <a:ln w="1333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CF3679B-359A-4742-A344-C3BBADB4BD04}"/>
              </a:ext>
            </a:extLst>
          </p:cNvPr>
          <p:cNvSpPr>
            <a:spLocks noGrp="1"/>
          </p:cNvSpPr>
          <p:nvPr/>
        </p:nvSpPr>
        <p:spPr>
          <a:xfrm>
            <a:off x="3093720" y="302704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416E032-85C0-42E0-8845-CACB057EFF4B}"/>
              </a:ext>
            </a:extLst>
          </p:cNvPr>
          <p:cNvSpPr>
            <a:spLocks noGrp="1"/>
          </p:cNvSpPr>
          <p:nvPr/>
        </p:nvSpPr>
        <p:spPr>
          <a:xfrm>
            <a:off x="3617595" y="302704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12750D8-733B-4C9E-8302-28E07967A1EE}"/>
              </a:ext>
            </a:extLst>
          </p:cNvPr>
          <p:cNvSpPr>
            <a:spLocks noGrp="1"/>
          </p:cNvSpPr>
          <p:nvPr/>
        </p:nvSpPr>
        <p:spPr>
          <a:xfrm>
            <a:off x="4141470" y="302704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12FCAD-594F-4585-A9E8-01AAA565E029}"/>
              </a:ext>
            </a:extLst>
          </p:cNvPr>
          <p:cNvSpPr>
            <a:spLocks noGrp="1"/>
          </p:cNvSpPr>
          <p:nvPr/>
        </p:nvSpPr>
        <p:spPr>
          <a:xfrm>
            <a:off x="3093720" y="335089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411B1CA-7D87-4630-8A73-1A0B63FD14EF}"/>
              </a:ext>
            </a:extLst>
          </p:cNvPr>
          <p:cNvSpPr>
            <a:spLocks noGrp="1"/>
          </p:cNvSpPr>
          <p:nvPr/>
        </p:nvSpPr>
        <p:spPr>
          <a:xfrm>
            <a:off x="3617595" y="335089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010702F-D207-450E-A9FF-49DCD11AE316}"/>
              </a:ext>
            </a:extLst>
          </p:cNvPr>
          <p:cNvSpPr>
            <a:spLocks noGrp="1"/>
          </p:cNvSpPr>
          <p:nvPr/>
        </p:nvSpPr>
        <p:spPr>
          <a:xfrm>
            <a:off x="4141470" y="3350895"/>
            <a:ext cx="99060" cy="99060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4F73CAC-C4BB-4EDF-A685-2C9A351CB53E}"/>
              </a:ext>
            </a:extLst>
          </p:cNvPr>
          <p:cNvSpPr>
            <a:spLocks noGrp="1"/>
          </p:cNvSpPr>
          <p:nvPr/>
        </p:nvSpPr>
        <p:spPr>
          <a:xfrm>
            <a:off x="2843213" y="32718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54DC5F8-1DF9-4B8C-B138-743E5955A593}"/>
              </a:ext>
            </a:extLst>
          </p:cNvPr>
          <p:cNvSpPr>
            <a:spLocks noGrp="1"/>
          </p:cNvSpPr>
          <p:nvPr/>
        </p:nvSpPr>
        <p:spPr>
          <a:xfrm>
            <a:off x="3367088" y="32718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EAEBF5-5939-4892-A339-4D0403E073A1}"/>
              </a:ext>
            </a:extLst>
          </p:cNvPr>
          <p:cNvSpPr>
            <a:spLocks noGrp="1"/>
          </p:cNvSpPr>
          <p:nvPr/>
        </p:nvSpPr>
        <p:spPr>
          <a:xfrm>
            <a:off x="3890963" y="327183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8DA7119-C2FE-431C-B194-3891B8C8AD87}"/>
              </a:ext>
            </a:extLst>
          </p:cNvPr>
          <p:cNvSpPr>
            <a:spLocks noGrp="1"/>
          </p:cNvSpPr>
          <p:nvPr/>
        </p:nvSpPr>
        <p:spPr>
          <a:xfrm>
            <a:off x="2843213" y="359568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ED6EE4F-8B75-4FA9-A992-2CABC981201E}"/>
              </a:ext>
            </a:extLst>
          </p:cNvPr>
          <p:cNvSpPr>
            <a:spLocks noGrp="1"/>
          </p:cNvSpPr>
          <p:nvPr/>
        </p:nvSpPr>
        <p:spPr>
          <a:xfrm>
            <a:off x="3367088" y="359568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5850E2F-F057-4382-917C-0D61C8E84D80}"/>
              </a:ext>
            </a:extLst>
          </p:cNvPr>
          <p:cNvSpPr>
            <a:spLocks noGrp="1"/>
          </p:cNvSpPr>
          <p:nvPr/>
        </p:nvSpPr>
        <p:spPr>
          <a:xfrm>
            <a:off x="3890963" y="3595688"/>
            <a:ext cx="104775" cy="10477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A4B42B0-9F2B-4DF6-8C79-A486FBB393F2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More routes improve connectivity and fault tolerance.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The service area is 2-D, so the extra dimension adds unnecessary links and MPI mapping.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1727109-D667-4070-B799-C024BFC68355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11163300" cy="1181100"/>
          </a:xfrm>
          <a:prstGeom prst="rect">
            <a:avLst/>
          </a:prstGeom>
          <a:solidFill>
            <a:srgbClr val="FAFAFA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traight Connector 81">
            <a:extLst>
              <a:ext uri="{FF2B5EF4-FFF2-40B4-BE49-F238E27FC236}">
                <a16:creationId xmlns:a16="http://schemas.microsoft.com/office/drawing/2014/main" id="{CC3C29A6-258D-4810-A58F-A1583CE46FA2}"/>
              </a:ext>
            </a:extLst>
          </p:cNvPr>
          <p:cNvSpPr>
            <a:spLocks noGrp="1"/>
          </p:cNvSpPr>
          <p:nvPr/>
        </p:nvSpPr>
        <p:spPr>
          <a:xfrm>
            <a:off x="2305050" y="40005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B2B71548-B0EE-4CC3-86DC-F39D48EF1D83}"/>
              </a:ext>
            </a:extLst>
          </p:cNvPr>
          <p:cNvSpPr>
            <a:spLocks noGrp="1"/>
          </p:cNvSpPr>
          <p:nvPr/>
        </p:nvSpPr>
        <p:spPr>
          <a:xfrm>
            <a:off x="5219700" y="40005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C6A2653-2D8D-4070-95EE-D7F436448202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Hypercube</a:t>
            </a:r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0DC92C7D-767B-4842-A2E0-722FF8C62209}"/>
              </a:ext>
            </a:extLst>
          </p:cNvPr>
          <p:cNvSpPr>
            <a:spLocks noGrp="1"/>
          </p:cNvSpPr>
          <p:nvPr/>
        </p:nvSpPr>
        <p:spPr>
          <a:xfrm>
            <a:off x="3267075" y="4286250"/>
            <a:ext cx="809625" cy="4763"/>
          </a:xfrm>
          <a:prstGeom prst="line">
            <a:avLst/>
          </a:prstGeom>
          <a:noFill/>
          <a:ln w="1524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C8DE01FC-3C5B-4E59-AA62-DE5F3DE8B61C}"/>
              </a:ext>
            </a:extLst>
          </p:cNvPr>
          <p:cNvSpPr>
            <a:spLocks noGrp="1"/>
          </p:cNvSpPr>
          <p:nvPr/>
        </p:nvSpPr>
        <p:spPr>
          <a:xfrm>
            <a:off x="2933700" y="4476750"/>
            <a:ext cx="809625" cy="4763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CD66C20F-9B1B-446F-B371-CCE1ED12CED8}"/>
              </a:ext>
            </a:extLst>
          </p:cNvPr>
          <p:cNvSpPr>
            <a:spLocks noGrp="1"/>
          </p:cNvSpPr>
          <p:nvPr/>
        </p:nvSpPr>
        <p:spPr>
          <a:xfrm flipH="1">
            <a:off x="2933700" y="4286250"/>
            <a:ext cx="333375" cy="190500"/>
          </a:xfrm>
          <a:prstGeom prst="line">
            <a:avLst/>
          </a:prstGeom>
          <a:noFill/>
          <a:ln w="1524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traight Connector 87">
            <a:extLst>
              <a:ext uri="{FF2B5EF4-FFF2-40B4-BE49-F238E27FC236}">
                <a16:creationId xmlns:a16="http://schemas.microsoft.com/office/drawing/2014/main" id="{B115FDFC-688E-481A-927F-A6E9061EB3D3}"/>
              </a:ext>
            </a:extLst>
          </p:cNvPr>
          <p:cNvSpPr>
            <a:spLocks noGrp="1"/>
          </p:cNvSpPr>
          <p:nvPr/>
        </p:nvSpPr>
        <p:spPr>
          <a:xfrm>
            <a:off x="4076700" y="4286250"/>
            <a:ext cx="4763" cy="533400"/>
          </a:xfrm>
          <a:prstGeom prst="line">
            <a:avLst/>
          </a:prstGeom>
          <a:noFill/>
          <a:ln w="1524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E7DE852C-679E-45C9-A69B-F2D3AC79B6FA}"/>
              </a:ext>
            </a:extLst>
          </p:cNvPr>
          <p:cNvSpPr>
            <a:spLocks noGrp="1"/>
          </p:cNvSpPr>
          <p:nvPr/>
        </p:nvSpPr>
        <p:spPr>
          <a:xfrm>
            <a:off x="3743325" y="4476750"/>
            <a:ext cx="4763" cy="53340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traight Connector 89">
            <a:extLst>
              <a:ext uri="{FF2B5EF4-FFF2-40B4-BE49-F238E27FC236}">
                <a16:creationId xmlns:a16="http://schemas.microsoft.com/office/drawing/2014/main" id="{03FA7B08-7322-4A82-8EE4-33EBDA1C3D47}"/>
              </a:ext>
            </a:extLst>
          </p:cNvPr>
          <p:cNvSpPr>
            <a:spLocks noGrp="1"/>
          </p:cNvSpPr>
          <p:nvPr/>
        </p:nvSpPr>
        <p:spPr>
          <a:xfrm flipH="1">
            <a:off x="3743325" y="4286250"/>
            <a:ext cx="333375" cy="190500"/>
          </a:xfrm>
          <a:prstGeom prst="line">
            <a:avLst/>
          </a:prstGeom>
          <a:noFill/>
          <a:ln w="1524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traight Connector 90">
            <a:extLst>
              <a:ext uri="{FF2B5EF4-FFF2-40B4-BE49-F238E27FC236}">
                <a16:creationId xmlns:a16="http://schemas.microsoft.com/office/drawing/2014/main" id="{5A7FF874-B8C0-4307-843A-FA4B773C0ABE}"/>
              </a:ext>
            </a:extLst>
          </p:cNvPr>
          <p:cNvSpPr>
            <a:spLocks noGrp="1"/>
          </p:cNvSpPr>
          <p:nvPr/>
        </p:nvSpPr>
        <p:spPr>
          <a:xfrm flipH="1">
            <a:off x="3267075" y="4819650"/>
            <a:ext cx="809625" cy="4763"/>
          </a:xfrm>
          <a:prstGeom prst="line">
            <a:avLst/>
          </a:prstGeom>
          <a:noFill/>
          <a:ln w="1524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traight Connector 91">
            <a:extLst>
              <a:ext uri="{FF2B5EF4-FFF2-40B4-BE49-F238E27FC236}">
                <a16:creationId xmlns:a16="http://schemas.microsoft.com/office/drawing/2014/main" id="{2E49C7BD-B252-436F-871E-5BE2FF7E7765}"/>
              </a:ext>
            </a:extLst>
          </p:cNvPr>
          <p:cNvSpPr>
            <a:spLocks noGrp="1"/>
          </p:cNvSpPr>
          <p:nvPr/>
        </p:nvSpPr>
        <p:spPr>
          <a:xfrm flipH="1">
            <a:off x="2933700" y="5010150"/>
            <a:ext cx="809625" cy="4763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0E47D0E9-7718-4789-863E-706A6ACBC92A}"/>
              </a:ext>
            </a:extLst>
          </p:cNvPr>
          <p:cNvSpPr>
            <a:spLocks noGrp="1"/>
          </p:cNvSpPr>
          <p:nvPr/>
        </p:nvSpPr>
        <p:spPr>
          <a:xfrm flipH="1">
            <a:off x="3743325" y="4819650"/>
            <a:ext cx="333375" cy="190500"/>
          </a:xfrm>
          <a:prstGeom prst="line">
            <a:avLst/>
          </a:prstGeom>
          <a:noFill/>
          <a:ln w="1524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6AFD62E5-D0B4-4B53-ABAC-B821231CB17C}"/>
              </a:ext>
            </a:extLst>
          </p:cNvPr>
          <p:cNvSpPr>
            <a:spLocks noGrp="1"/>
          </p:cNvSpPr>
          <p:nvPr/>
        </p:nvSpPr>
        <p:spPr>
          <a:xfrm flipV="1">
            <a:off x="3267075" y="4286250"/>
            <a:ext cx="4763" cy="533400"/>
          </a:xfrm>
          <a:prstGeom prst="line">
            <a:avLst/>
          </a:prstGeom>
          <a:noFill/>
          <a:ln w="1524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E19D3A52-10A6-436F-872E-2418BD8D3834}"/>
              </a:ext>
            </a:extLst>
          </p:cNvPr>
          <p:cNvSpPr>
            <a:spLocks noGrp="1"/>
          </p:cNvSpPr>
          <p:nvPr/>
        </p:nvSpPr>
        <p:spPr>
          <a:xfrm flipV="1">
            <a:off x="2933700" y="4476750"/>
            <a:ext cx="4763" cy="533400"/>
          </a:xfrm>
          <a:prstGeom prst="line">
            <a:avLst/>
          </a:prstGeom>
          <a:noFill/>
          <a:ln w="1714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9069786D-2238-4FFD-84F2-E1F5FC515681}"/>
              </a:ext>
            </a:extLst>
          </p:cNvPr>
          <p:cNvSpPr>
            <a:spLocks noGrp="1"/>
          </p:cNvSpPr>
          <p:nvPr/>
        </p:nvSpPr>
        <p:spPr>
          <a:xfrm flipH="1">
            <a:off x="2933700" y="4819650"/>
            <a:ext cx="333375" cy="190500"/>
          </a:xfrm>
          <a:prstGeom prst="line">
            <a:avLst/>
          </a:prstGeom>
          <a:noFill/>
          <a:ln w="1524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A92C6C6-2809-4E56-AB2E-9D8332D1C9B6}"/>
              </a:ext>
            </a:extLst>
          </p:cNvPr>
          <p:cNvSpPr>
            <a:spLocks noGrp="1"/>
          </p:cNvSpPr>
          <p:nvPr/>
        </p:nvSpPr>
        <p:spPr>
          <a:xfrm>
            <a:off x="3212783" y="4231958"/>
            <a:ext cx="108585" cy="108585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2D39EA2-FBCE-48EE-91A0-FE7F4D4EB1D4}"/>
              </a:ext>
            </a:extLst>
          </p:cNvPr>
          <p:cNvSpPr>
            <a:spLocks noGrp="1"/>
          </p:cNvSpPr>
          <p:nvPr/>
        </p:nvSpPr>
        <p:spPr>
          <a:xfrm>
            <a:off x="4022408" y="4231958"/>
            <a:ext cx="108585" cy="108585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52C54E9-461D-4777-8F2A-41003E2C0A1A}"/>
              </a:ext>
            </a:extLst>
          </p:cNvPr>
          <p:cNvSpPr>
            <a:spLocks noGrp="1"/>
          </p:cNvSpPr>
          <p:nvPr/>
        </p:nvSpPr>
        <p:spPr>
          <a:xfrm>
            <a:off x="4022408" y="4765358"/>
            <a:ext cx="108585" cy="108585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741ADDF-67A2-403A-B2F3-251A704871FA}"/>
              </a:ext>
            </a:extLst>
          </p:cNvPr>
          <p:cNvSpPr>
            <a:spLocks noGrp="1"/>
          </p:cNvSpPr>
          <p:nvPr/>
        </p:nvSpPr>
        <p:spPr>
          <a:xfrm>
            <a:off x="3212783" y="4765358"/>
            <a:ext cx="108585" cy="108585"/>
          </a:xfrm>
          <a:prstGeom prst="ellipse">
            <a:avLst/>
          </a:prstGeom>
          <a:solidFill>
            <a:srgbClr val="DCEE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883F45D-2230-4DBD-A29B-D26B102A8DC8}"/>
              </a:ext>
            </a:extLst>
          </p:cNvPr>
          <p:cNvSpPr>
            <a:spLocks noGrp="1"/>
          </p:cNvSpPr>
          <p:nvPr/>
        </p:nvSpPr>
        <p:spPr>
          <a:xfrm>
            <a:off x="2879408" y="4422458"/>
            <a:ext cx="108585" cy="10858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7CDC524-0AC9-46DC-BC32-8CCEE6477A57}"/>
              </a:ext>
            </a:extLst>
          </p:cNvPr>
          <p:cNvSpPr>
            <a:spLocks noGrp="1"/>
          </p:cNvSpPr>
          <p:nvPr/>
        </p:nvSpPr>
        <p:spPr>
          <a:xfrm>
            <a:off x="3689033" y="4422458"/>
            <a:ext cx="108585" cy="10858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11B4231-3B48-42ED-8BAE-96FCC3B49A0C}"/>
              </a:ext>
            </a:extLst>
          </p:cNvPr>
          <p:cNvSpPr>
            <a:spLocks noGrp="1"/>
          </p:cNvSpPr>
          <p:nvPr/>
        </p:nvSpPr>
        <p:spPr>
          <a:xfrm>
            <a:off x="3689033" y="4955858"/>
            <a:ext cx="108585" cy="10858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0F32850-C463-4B97-B564-E858130EA248}"/>
              </a:ext>
            </a:extLst>
          </p:cNvPr>
          <p:cNvSpPr>
            <a:spLocks noGrp="1"/>
          </p:cNvSpPr>
          <p:nvPr/>
        </p:nvSpPr>
        <p:spPr>
          <a:xfrm>
            <a:off x="2879408" y="4955858"/>
            <a:ext cx="108585" cy="108585"/>
          </a:xfrm>
          <a:prstGeom prst="ellipse">
            <a:avLst/>
          </a:prstGeom>
          <a:solidFill>
            <a:srgbClr val="3D8DFF"/>
          </a:solidFill>
          <a:ln w="1143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C975640-748E-409D-A9DF-D7717485999D}"/>
              </a:ext>
            </a:extLst>
          </p:cNvPr>
          <p:cNvSpPr>
            <a:spLocks noGrp="1"/>
          </p:cNvSpPr>
          <p:nvPr/>
        </p:nvSpPr>
        <p:spPr>
          <a:xfrm>
            <a:off x="5391150" y="40957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Short communication paths as the system grows.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Dimensions do not represent geographic proximity, and mapping charging stations becomes complex.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350E992-CD2A-472D-AECD-7B4F08CD5C64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11163300" cy="1181100"/>
          </a:xfrm>
          <a:prstGeom prst="rect">
            <a:avLst/>
          </a:prstGeom>
          <a:solidFill>
            <a:srgbClr val="F3F4F6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8282C888-70E2-4E48-BFFB-48EE541312CC}"/>
              </a:ext>
            </a:extLst>
          </p:cNvPr>
          <p:cNvSpPr>
            <a:spLocks noGrp="1"/>
          </p:cNvSpPr>
          <p:nvPr/>
        </p:nvSpPr>
        <p:spPr>
          <a:xfrm>
            <a:off x="2305050" y="51816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raight Connector 107">
            <a:extLst>
              <a:ext uri="{FF2B5EF4-FFF2-40B4-BE49-F238E27FC236}">
                <a16:creationId xmlns:a16="http://schemas.microsoft.com/office/drawing/2014/main" id="{91ED4786-6BE1-48E6-B15F-B1E3405072D1}"/>
              </a:ext>
            </a:extLst>
          </p:cNvPr>
          <p:cNvSpPr>
            <a:spLocks noGrp="1"/>
          </p:cNvSpPr>
          <p:nvPr/>
        </p:nvSpPr>
        <p:spPr>
          <a:xfrm>
            <a:off x="5219700" y="5181600"/>
            <a:ext cx="4763" cy="1181100"/>
          </a:xfrm>
          <a:prstGeom prst="line">
            <a:avLst/>
          </a:prstGeom>
          <a:noFill/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5CF0E2D-A2A9-4DBA-9A90-FB7368281E73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Completely connected</a:t>
            </a:r>
          </a:p>
        </p:txBody>
      </p:sp>
      <p:sp>
        <p:nvSpPr>
          <p:cNvPr id="110" name="Straight Connector 109">
            <a:extLst>
              <a:ext uri="{FF2B5EF4-FFF2-40B4-BE49-F238E27FC236}">
                <a16:creationId xmlns:a16="http://schemas.microsoft.com/office/drawing/2014/main" id="{B7E9BBFE-3FD8-4413-ADC1-03B4929511AC}"/>
              </a:ext>
            </a:extLst>
          </p:cNvPr>
          <p:cNvSpPr>
            <a:spLocks noGrp="1"/>
          </p:cNvSpPr>
          <p:nvPr/>
        </p:nvSpPr>
        <p:spPr>
          <a:xfrm>
            <a:off x="3762375" y="5391150"/>
            <a:ext cx="706587" cy="263265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traight Connector 110">
            <a:extLst>
              <a:ext uri="{FF2B5EF4-FFF2-40B4-BE49-F238E27FC236}">
                <a16:creationId xmlns:a16="http://schemas.microsoft.com/office/drawing/2014/main" id="{FC8B8396-F6AE-4FE0-A812-9B16EA1D04C2}"/>
              </a:ext>
            </a:extLst>
          </p:cNvPr>
          <p:cNvSpPr>
            <a:spLocks noGrp="1"/>
          </p:cNvSpPr>
          <p:nvPr/>
        </p:nvSpPr>
        <p:spPr>
          <a:xfrm>
            <a:off x="3762375" y="5391150"/>
            <a:ext cx="436695" cy="689235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raight Connector 111">
            <a:extLst>
              <a:ext uri="{FF2B5EF4-FFF2-40B4-BE49-F238E27FC236}">
                <a16:creationId xmlns:a16="http://schemas.microsoft.com/office/drawing/2014/main" id="{0559F285-F0EB-44A1-8DF1-3DF4884F0BF5}"/>
              </a:ext>
            </a:extLst>
          </p:cNvPr>
          <p:cNvSpPr>
            <a:spLocks noGrp="1"/>
          </p:cNvSpPr>
          <p:nvPr/>
        </p:nvSpPr>
        <p:spPr>
          <a:xfrm flipH="1">
            <a:off x="3325680" y="5391150"/>
            <a:ext cx="436695" cy="689235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traight Connector 112">
            <a:extLst>
              <a:ext uri="{FF2B5EF4-FFF2-40B4-BE49-F238E27FC236}">
                <a16:creationId xmlns:a16="http://schemas.microsoft.com/office/drawing/2014/main" id="{7DA8B28C-83D5-4168-B03C-69919B90E630}"/>
              </a:ext>
            </a:extLst>
          </p:cNvPr>
          <p:cNvSpPr>
            <a:spLocks noGrp="1"/>
          </p:cNvSpPr>
          <p:nvPr/>
        </p:nvSpPr>
        <p:spPr>
          <a:xfrm flipH="1">
            <a:off x="3055788" y="5391150"/>
            <a:ext cx="706587" cy="263265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raight Connector 113">
            <a:extLst>
              <a:ext uri="{FF2B5EF4-FFF2-40B4-BE49-F238E27FC236}">
                <a16:creationId xmlns:a16="http://schemas.microsoft.com/office/drawing/2014/main" id="{4FC6AFEF-BADC-458F-B7B2-AAC145ACAC92}"/>
              </a:ext>
            </a:extLst>
          </p:cNvPr>
          <p:cNvSpPr>
            <a:spLocks noGrp="1"/>
          </p:cNvSpPr>
          <p:nvPr/>
        </p:nvSpPr>
        <p:spPr>
          <a:xfrm flipH="1">
            <a:off x="4199070" y="5654415"/>
            <a:ext cx="269892" cy="425971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traight Connector 114">
            <a:extLst>
              <a:ext uri="{FF2B5EF4-FFF2-40B4-BE49-F238E27FC236}">
                <a16:creationId xmlns:a16="http://schemas.microsoft.com/office/drawing/2014/main" id="{D82971BC-7713-4757-B8A1-3320E4E656B5}"/>
              </a:ext>
            </a:extLst>
          </p:cNvPr>
          <p:cNvSpPr>
            <a:spLocks noGrp="1"/>
          </p:cNvSpPr>
          <p:nvPr/>
        </p:nvSpPr>
        <p:spPr>
          <a:xfrm flipH="1">
            <a:off x="3325680" y="5654415"/>
            <a:ext cx="1143282" cy="425971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traight Connector 115">
            <a:extLst>
              <a:ext uri="{FF2B5EF4-FFF2-40B4-BE49-F238E27FC236}">
                <a16:creationId xmlns:a16="http://schemas.microsoft.com/office/drawing/2014/main" id="{ECF17DBD-D1A1-4242-BDCF-4DADAEF7BE09}"/>
              </a:ext>
            </a:extLst>
          </p:cNvPr>
          <p:cNvSpPr>
            <a:spLocks noGrp="1"/>
          </p:cNvSpPr>
          <p:nvPr/>
        </p:nvSpPr>
        <p:spPr>
          <a:xfrm flipH="1">
            <a:off x="3055788" y="5654415"/>
            <a:ext cx="1413175" cy="4763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traight Connector 116">
            <a:extLst>
              <a:ext uri="{FF2B5EF4-FFF2-40B4-BE49-F238E27FC236}">
                <a16:creationId xmlns:a16="http://schemas.microsoft.com/office/drawing/2014/main" id="{9BE6CE24-BAE4-410D-B341-AC63F05FDC38}"/>
              </a:ext>
            </a:extLst>
          </p:cNvPr>
          <p:cNvSpPr>
            <a:spLocks noGrp="1"/>
          </p:cNvSpPr>
          <p:nvPr/>
        </p:nvSpPr>
        <p:spPr>
          <a:xfrm flipH="1">
            <a:off x="3325680" y="6080385"/>
            <a:ext cx="873390" cy="4763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traight Connector 117">
            <a:extLst>
              <a:ext uri="{FF2B5EF4-FFF2-40B4-BE49-F238E27FC236}">
                <a16:creationId xmlns:a16="http://schemas.microsoft.com/office/drawing/2014/main" id="{0D8572DA-A431-40A6-AC3D-6E493A866D6C}"/>
              </a:ext>
            </a:extLst>
          </p:cNvPr>
          <p:cNvSpPr>
            <a:spLocks noGrp="1"/>
          </p:cNvSpPr>
          <p:nvPr/>
        </p:nvSpPr>
        <p:spPr>
          <a:xfrm flipH="1" flipV="1">
            <a:off x="3055788" y="5654415"/>
            <a:ext cx="1143282" cy="425971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traight Connector 118">
            <a:extLst>
              <a:ext uri="{FF2B5EF4-FFF2-40B4-BE49-F238E27FC236}">
                <a16:creationId xmlns:a16="http://schemas.microsoft.com/office/drawing/2014/main" id="{0DDBA020-2498-4167-B453-3863F24A4510}"/>
              </a:ext>
            </a:extLst>
          </p:cNvPr>
          <p:cNvSpPr>
            <a:spLocks noGrp="1"/>
          </p:cNvSpPr>
          <p:nvPr/>
        </p:nvSpPr>
        <p:spPr>
          <a:xfrm flipH="1" flipV="1">
            <a:off x="3055788" y="5654415"/>
            <a:ext cx="269892" cy="425971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3E7A695-B41E-47A4-A350-78F7DFDF3181}"/>
              </a:ext>
            </a:extLst>
          </p:cNvPr>
          <p:cNvSpPr>
            <a:spLocks noGrp="1"/>
          </p:cNvSpPr>
          <p:nvPr/>
        </p:nvSpPr>
        <p:spPr>
          <a:xfrm>
            <a:off x="3705225" y="5334000"/>
            <a:ext cx="114300" cy="11430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F7DE133-B6CF-4171-B979-E61904D40BE4}"/>
              </a:ext>
            </a:extLst>
          </p:cNvPr>
          <p:cNvSpPr>
            <a:spLocks noGrp="1"/>
          </p:cNvSpPr>
          <p:nvPr/>
        </p:nvSpPr>
        <p:spPr>
          <a:xfrm>
            <a:off x="4411812" y="5597265"/>
            <a:ext cx="114300" cy="11430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07CF274-3ACD-40E4-BA80-8C8571434B23}"/>
              </a:ext>
            </a:extLst>
          </p:cNvPr>
          <p:cNvSpPr>
            <a:spLocks noGrp="1"/>
          </p:cNvSpPr>
          <p:nvPr/>
        </p:nvSpPr>
        <p:spPr>
          <a:xfrm>
            <a:off x="4141920" y="6023235"/>
            <a:ext cx="114300" cy="11430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3B6B09B-F093-4F9C-B23A-0085B82D9AB2}"/>
              </a:ext>
            </a:extLst>
          </p:cNvPr>
          <p:cNvSpPr>
            <a:spLocks noGrp="1"/>
          </p:cNvSpPr>
          <p:nvPr/>
        </p:nvSpPr>
        <p:spPr>
          <a:xfrm>
            <a:off x="3268530" y="6023235"/>
            <a:ext cx="114300" cy="11430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6821BD54-94CF-4B13-89A3-33D80427EA4E}"/>
              </a:ext>
            </a:extLst>
          </p:cNvPr>
          <p:cNvSpPr>
            <a:spLocks noGrp="1"/>
          </p:cNvSpPr>
          <p:nvPr/>
        </p:nvSpPr>
        <p:spPr>
          <a:xfrm>
            <a:off x="2998638" y="5597265"/>
            <a:ext cx="114300" cy="11430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1B59AF9-E02F-4918-A36C-B714AE5B530A}"/>
              </a:ext>
            </a:extLst>
          </p:cNvPr>
          <p:cNvSpPr>
            <a:spLocks noGrp="1"/>
          </p:cNvSpPr>
          <p:nvPr/>
        </p:nvSpPr>
        <p:spPr>
          <a:xfrm>
            <a:off x="5391150" y="5276850"/>
            <a:ext cx="6153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Every pair can communicate in one hop.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N(N − 1)/2 links create excessive traffic as charging nodes grow.</a:t>
            </a:r>
          </a:p>
          <a:p>
            <a:pPr algn="l">
              <a:defRPr sz="131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− Practical only for the small set of base stations.</a:t>
            </a:r>
          </a:p>
        </p:txBody>
      </p:sp>
    </p:spTree>
    <p:extLst>
      <p:ext uri="{BB962C8B-B14F-4D97-AF65-F5344CB8AC3E}">
        <p14:creationId xmlns:p14="http://schemas.microsoft.com/office/powerpoint/2010/main" val="149430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>
            <a:extLst>
              <a:ext uri="{FF2B5EF4-FFF2-40B4-BE49-F238E27FC236}">
                <a16:creationId xmlns:a16="http://schemas.microsoft.com/office/drawing/2014/main" id="{BEC8EFFA-E8F5-4B8F-8F51-BA2A383F7D9B}"/>
              </a:ext>
            </a:extLst>
          </p:cNvPr>
          <p:cNvSpPr>
            <a:spLocks noGrp="1"/>
          </p:cNvSpPr>
          <p:nvPr/>
        </p:nvSpPr>
        <p:spPr>
          <a:xfrm>
            <a:off x="514350" y="2571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TASK 1 · TOPOLOGY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68CA4-33C7-4F17-864E-2AEFFBFFCF8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hybrid topology matches each communication layer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07946E4-78AB-444C-AE22-B95A221CCD76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1163300" cy="4763"/>
          </a:xfrm>
          <a:prstGeom prst="line">
            <a:avLst/>
          </a:prstGeom>
          <a:noFill/>
          <a:ln w="1143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DB503-4C2D-4EAD-9FD3-743CC0429D93}"/>
              </a:ext>
            </a:extLst>
          </p:cNvPr>
          <p:cNvSpPr>
            <a:spLocks noGrp="1"/>
          </p:cNvSpPr>
          <p:nvPr/>
        </p:nvSpPr>
        <p:spPr>
          <a:xfrm>
            <a:off x="11201400" y="64674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9A54F98-2673-4003-B32F-4A6573E2E1EB}"/>
              </a:ext>
            </a:extLst>
          </p:cNvPr>
          <p:cNvSpPr>
            <a:spLocks noGrp="1"/>
          </p:cNvSpPr>
          <p:nvPr/>
        </p:nvSpPr>
        <p:spPr>
          <a:xfrm flipV="1">
            <a:off x="1952625" y="1238250"/>
            <a:ext cx="2333625" cy="457200"/>
          </a:xfrm>
          <a:prstGeom prst="line">
            <a:avLst/>
          </a:prstGeom>
          <a:noFill/>
          <a:ln w="2095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8181A80-81CF-47E0-8BFF-96A07249D19B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4667250" cy="4763"/>
          </a:xfrm>
          <a:prstGeom prst="line">
            <a:avLst/>
          </a:prstGeom>
          <a:noFill/>
          <a:ln w="2095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61A8A0A-F5B9-4F8C-B48C-921F293A591E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2333625" cy="457200"/>
          </a:xfrm>
          <a:prstGeom prst="line">
            <a:avLst/>
          </a:prstGeom>
          <a:noFill/>
          <a:ln w="2095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F77AE9-490A-43E5-9B29-6B904F2C6A56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continuous service-area mesh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64A9D1-C88F-4FA7-8B7C-D2A43A296F72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Region boundaries assign ownership; neighbour links continue across them.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03156A70-DB0E-42F3-823E-A5A8BC5789EA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6858000" cy="2333625"/>
          </a:xfrm>
          <a:prstGeom prst="parallelogram">
            <a:avLst/>
          </a:prstGeom>
          <a:solidFill>
            <a:srgbClr val="FAFAFA"/>
          </a:solidFill>
          <a:ln w="9525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777D1D5-B149-4139-83FC-B87F08A70A17}"/>
              </a:ext>
            </a:extLst>
          </p:cNvPr>
          <p:cNvSpPr>
            <a:spLocks noGrp="1"/>
          </p:cNvSpPr>
          <p:nvPr/>
        </p:nvSpPr>
        <p:spPr>
          <a:xfrm flipH="1">
            <a:off x="1047750" y="1695450"/>
            <a:ext cx="904875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0CC4926-5267-444E-98E3-7EE88AFB1768}"/>
              </a:ext>
            </a:extLst>
          </p:cNvPr>
          <p:cNvSpPr>
            <a:spLocks noGrp="1"/>
          </p:cNvSpPr>
          <p:nvPr/>
        </p:nvSpPr>
        <p:spPr>
          <a:xfrm flipH="1">
            <a:off x="1743075" y="1695450"/>
            <a:ext cx="209550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DC6B851-4F97-4536-B3A7-91AC1B7EA2FC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485775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7B93C8A-3643-43C2-9B12-75065567BE0D}"/>
              </a:ext>
            </a:extLst>
          </p:cNvPr>
          <p:cNvSpPr>
            <a:spLocks noGrp="1"/>
          </p:cNvSpPr>
          <p:nvPr/>
        </p:nvSpPr>
        <p:spPr>
          <a:xfrm flipH="1">
            <a:off x="1123950" y="1695450"/>
            <a:ext cx="828675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E20D28D-9FA0-44EE-8B6F-493D46555F42}"/>
              </a:ext>
            </a:extLst>
          </p:cNvPr>
          <p:cNvSpPr>
            <a:spLocks noGrp="1"/>
          </p:cNvSpPr>
          <p:nvPr/>
        </p:nvSpPr>
        <p:spPr>
          <a:xfrm flipH="1">
            <a:off x="1819275" y="1695450"/>
            <a:ext cx="133350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84DD2B7-1A28-4AE3-AA61-860B43EC1177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561975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31796E5-D8F6-47DE-9F78-A488445AA0BF}"/>
              </a:ext>
            </a:extLst>
          </p:cNvPr>
          <p:cNvSpPr>
            <a:spLocks noGrp="1"/>
          </p:cNvSpPr>
          <p:nvPr/>
        </p:nvSpPr>
        <p:spPr>
          <a:xfrm flipH="1">
            <a:off x="1200150" y="1695450"/>
            <a:ext cx="752475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F85E3DE-6639-46A1-B5B9-F6299789EDC2}"/>
              </a:ext>
            </a:extLst>
          </p:cNvPr>
          <p:cNvSpPr>
            <a:spLocks noGrp="1"/>
          </p:cNvSpPr>
          <p:nvPr/>
        </p:nvSpPr>
        <p:spPr>
          <a:xfrm flipH="1">
            <a:off x="1895475" y="1695450"/>
            <a:ext cx="57150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ABC787A-C0AF-4A2A-9A93-B6260BDB7FF5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638175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598AF0D-69EF-4820-A414-C9B3B32F85A7}"/>
              </a:ext>
            </a:extLst>
          </p:cNvPr>
          <p:cNvSpPr>
            <a:spLocks noGrp="1"/>
          </p:cNvSpPr>
          <p:nvPr/>
        </p:nvSpPr>
        <p:spPr>
          <a:xfrm flipH="1">
            <a:off x="1276350" y="1695450"/>
            <a:ext cx="676275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9219138-DA97-423E-A1DB-0302DB5B1397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19050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B1EA7B6-5255-4846-9DB9-D63DF13E9393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714375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F7137D1E-0951-435B-96DC-EF5941A4BA32}"/>
              </a:ext>
            </a:extLst>
          </p:cNvPr>
          <p:cNvSpPr>
            <a:spLocks noGrp="1"/>
          </p:cNvSpPr>
          <p:nvPr/>
        </p:nvSpPr>
        <p:spPr>
          <a:xfrm flipH="1">
            <a:off x="1352550" y="1695450"/>
            <a:ext cx="600075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E4544B2-0BBE-44AB-BCA5-CED7B4451F93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95250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5176557-A108-4BCC-B306-8F643B802591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790575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045DFCA-1304-43FD-BADC-CAEAEB6B1A8C}"/>
              </a:ext>
            </a:extLst>
          </p:cNvPr>
          <p:cNvSpPr>
            <a:spLocks noGrp="1"/>
          </p:cNvSpPr>
          <p:nvPr/>
        </p:nvSpPr>
        <p:spPr>
          <a:xfrm flipH="1">
            <a:off x="3133725" y="1238250"/>
            <a:ext cx="1152525" cy="2247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1EDA986-9621-4FB8-8A8E-FCE3D23154AC}"/>
              </a:ext>
            </a:extLst>
          </p:cNvPr>
          <p:cNvSpPr>
            <a:spLocks noGrp="1"/>
          </p:cNvSpPr>
          <p:nvPr/>
        </p:nvSpPr>
        <p:spPr>
          <a:xfrm flipH="1">
            <a:off x="3829050" y="1238250"/>
            <a:ext cx="457200" cy="2247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6FA91D44-5E13-41B8-B57A-84D24D60E388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238125" cy="2247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9A1DD06-45B2-4B29-A31C-45CAC7E39CB5}"/>
              </a:ext>
            </a:extLst>
          </p:cNvPr>
          <p:cNvSpPr>
            <a:spLocks noGrp="1"/>
          </p:cNvSpPr>
          <p:nvPr/>
        </p:nvSpPr>
        <p:spPr>
          <a:xfrm flipH="1">
            <a:off x="3209925" y="1238250"/>
            <a:ext cx="1076325" cy="26479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F1747A06-31ED-42F5-B399-C0C6D589FA48}"/>
              </a:ext>
            </a:extLst>
          </p:cNvPr>
          <p:cNvSpPr>
            <a:spLocks noGrp="1"/>
          </p:cNvSpPr>
          <p:nvPr/>
        </p:nvSpPr>
        <p:spPr>
          <a:xfrm flipH="1">
            <a:off x="3905250" y="1238250"/>
            <a:ext cx="381000" cy="26479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4A579DCF-A40E-4BD8-A5BB-721554F49AA4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314325" cy="26479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6DC89D9F-FE02-476B-8B9E-8AB954B434FC}"/>
              </a:ext>
            </a:extLst>
          </p:cNvPr>
          <p:cNvSpPr>
            <a:spLocks noGrp="1"/>
          </p:cNvSpPr>
          <p:nvPr/>
        </p:nvSpPr>
        <p:spPr>
          <a:xfrm flipH="1">
            <a:off x="3286125" y="1238250"/>
            <a:ext cx="1000125" cy="30480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7AE47F25-82FE-444C-BA39-4B3C6DC82C59}"/>
              </a:ext>
            </a:extLst>
          </p:cNvPr>
          <p:cNvSpPr>
            <a:spLocks noGrp="1"/>
          </p:cNvSpPr>
          <p:nvPr/>
        </p:nvSpPr>
        <p:spPr>
          <a:xfrm flipH="1">
            <a:off x="3981450" y="1238250"/>
            <a:ext cx="304800" cy="30480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D041B359-A346-47DC-A832-ACA8A3E1F2B8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390525" cy="30480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895E1DDC-682F-41EE-8A8B-9CDC3EB2363E}"/>
              </a:ext>
            </a:extLst>
          </p:cNvPr>
          <p:cNvSpPr>
            <a:spLocks noGrp="1"/>
          </p:cNvSpPr>
          <p:nvPr/>
        </p:nvSpPr>
        <p:spPr>
          <a:xfrm flipH="1">
            <a:off x="3362325" y="1238250"/>
            <a:ext cx="923925" cy="34480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02B78124-DBB6-4C57-AD4A-9D0FA8330DA8}"/>
              </a:ext>
            </a:extLst>
          </p:cNvPr>
          <p:cNvSpPr>
            <a:spLocks noGrp="1"/>
          </p:cNvSpPr>
          <p:nvPr/>
        </p:nvSpPr>
        <p:spPr>
          <a:xfrm flipH="1">
            <a:off x="4057650" y="1238250"/>
            <a:ext cx="228600" cy="34480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6FF92C85-C0D8-4C8F-B6C2-1897B56BD63B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466725" cy="34480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F20730B1-AF22-4BE5-AB64-FDFE34F6F42E}"/>
              </a:ext>
            </a:extLst>
          </p:cNvPr>
          <p:cNvSpPr>
            <a:spLocks noGrp="1"/>
          </p:cNvSpPr>
          <p:nvPr/>
        </p:nvSpPr>
        <p:spPr>
          <a:xfrm flipH="1">
            <a:off x="3438525" y="1238250"/>
            <a:ext cx="847725" cy="38481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957AC55C-51AF-4B30-B7B0-A07E67C01068}"/>
              </a:ext>
            </a:extLst>
          </p:cNvPr>
          <p:cNvSpPr>
            <a:spLocks noGrp="1"/>
          </p:cNvSpPr>
          <p:nvPr/>
        </p:nvSpPr>
        <p:spPr>
          <a:xfrm flipH="1">
            <a:off x="4133850" y="1238250"/>
            <a:ext cx="152400" cy="38481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19BFC66D-B3F6-481E-9CC7-326FD17853DC}"/>
              </a:ext>
            </a:extLst>
          </p:cNvPr>
          <p:cNvSpPr>
            <a:spLocks noGrp="1"/>
          </p:cNvSpPr>
          <p:nvPr/>
        </p:nvSpPr>
        <p:spPr>
          <a:xfrm>
            <a:off x="4286250" y="1238250"/>
            <a:ext cx="542925" cy="38481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29E67422-C013-4AF1-A25A-DA751B3EC0E9}"/>
              </a:ext>
            </a:extLst>
          </p:cNvPr>
          <p:cNvSpPr>
            <a:spLocks noGrp="1"/>
          </p:cNvSpPr>
          <p:nvPr/>
        </p:nvSpPr>
        <p:spPr>
          <a:xfrm flipH="1">
            <a:off x="5219700" y="1695450"/>
            <a:ext cx="1400175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61878ED3-2CC6-47EE-AECF-082E55E5ADD3}"/>
              </a:ext>
            </a:extLst>
          </p:cNvPr>
          <p:cNvSpPr>
            <a:spLocks noGrp="1"/>
          </p:cNvSpPr>
          <p:nvPr/>
        </p:nvSpPr>
        <p:spPr>
          <a:xfrm flipH="1">
            <a:off x="5915025" y="1695450"/>
            <a:ext cx="704850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4AFC6145-6C5F-42B3-8CEE-CD846AF1C97B}"/>
              </a:ext>
            </a:extLst>
          </p:cNvPr>
          <p:cNvSpPr>
            <a:spLocks noGrp="1"/>
          </p:cNvSpPr>
          <p:nvPr/>
        </p:nvSpPr>
        <p:spPr>
          <a:xfrm flipH="1">
            <a:off x="6610350" y="1695450"/>
            <a:ext cx="9525" cy="17907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B2BADCD3-025C-4BB4-BEE7-51EC1F7088EE}"/>
              </a:ext>
            </a:extLst>
          </p:cNvPr>
          <p:cNvSpPr>
            <a:spLocks noGrp="1"/>
          </p:cNvSpPr>
          <p:nvPr/>
        </p:nvSpPr>
        <p:spPr>
          <a:xfrm flipH="1">
            <a:off x="5295900" y="1695450"/>
            <a:ext cx="1323975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DC56B326-5079-45D0-8187-B5BF8F3F9D5B}"/>
              </a:ext>
            </a:extLst>
          </p:cNvPr>
          <p:cNvSpPr>
            <a:spLocks noGrp="1"/>
          </p:cNvSpPr>
          <p:nvPr/>
        </p:nvSpPr>
        <p:spPr>
          <a:xfrm flipH="1">
            <a:off x="5991225" y="1695450"/>
            <a:ext cx="628650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FC854ACF-7A6D-47B9-BDB2-CE26335AA642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66675" cy="21907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5E3B07C8-6CEC-4318-BF54-8618171C6776}"/>
              </a:ext>
            </a:extLst>
          </p:cNvPr>
          <p:cNvSpPr>
            <a:spLocks noGrp="1"/>
          </p:cNvSpPr>
          <p:nvPr/>
        </p:nvSpPr>
        <p:spPr>
          <a:xfrm flipH="1">
            <a:off x="5372100" y="1695450"/>
            <a:ext cx="1247775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6105DB9D-1515-450B-8D43-F4907B4886F0}"/>
              </a:ext>
            </a:extLst>
          </p:cNvPr>
          <p:cNvSpPr>
            <a:spLocks noGrp="1"/>
          </p:cNvSpPr>
          <p:nvPr/>
        </p:nvSpPr>
        <p:spPr>
          <a:xfrm flipH="1">
            <a:off x="6067425" y="1695450"/>
            <a:ext cx="552450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C9152839-83E4-4561-85C0-33A364A9EE8D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142875" cy="25908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4CD0B5DA-7DB2-477F-8EFC-DD58C3B86CBB}"/>
              </a:ext>
            </a:extLst>
          </p:cNvPr>
          <p:cNvSpPr>
            <a:spLocks noGrp="1"/>
          </p:cNvSpPr>
          <p:nvPr/>
        </p:nvSpPr>
        <p:spPr>
          <a:xfrm flipH="1">
            <a:off x="5448300" y="1695450"/>
            <a:ext cx="1171575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7969E3ED-F3FF-4970-9EF5-BFCA17B06FC5}"/>
              </a:ext>
            </a:extLst>
          </p:cNvPr>
          <p:cNvSpPr>
            <a:spLocks noGrp="1"/>
          </p:cNvSpPr>
          <p:nvPr/>
        </p:nvSpPr>
        <p:spPr>
          <a:xfrm flipH="1">
            <a:off x="6143625" y="1695450"/>
            <a:ext cx="476250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95C616A4-1AD9-444B-B228-ADFA07A1533B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219075" cy="299085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9AF33D49-56CA-4310-AF38-4CE467F6858A}"/>
              </a:ext>
            </a:extLst>
          </p:cNvPr>
          <p:cNvSpPr>
            <a:spLocks noGrp="1"/>
          </p:cNvSpPr>
          <p:nvPr/>
        </p:nvSpPr>
        <p:spPr>
          <a:xfrm flipH="1">
            <a:off x="5524500" y="1695450"/>
            <a:ext cx="1095375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C2CBEB19-A957-4562-BA5B-A4023B6962FF}"/>
              </a:ext>
            </a:extLst>
          </p:cNvPr>
          <p:cNvSpPr>
            <a:spLocks noGrp="1"/>
          </p:cNvSpPr>
          <p:nvPr/>
        </p:nvSpPr>
        <p:spPr>
          <a:xfrm flipH="1">
            <a:off x="6219825" y="1695450"/>
            <a:ext cx="400050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A69C49AB-742D-470B-BDA4-28F644C47832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295275" cy="3390900"/>
          </a:xfrm>
          <a:prstGeom prst="line">
            <a:avLst/>
          </a:prstGeom>
          <a:noFill/>
          <a:ln w="7620">
            <a:solidFill>
              <a:srgbClr val="DC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1A16A899-B030-4BFA-829A-2FAE2AB7B87B}"/>
              </a:ext>
            </a:extLst>
          </p:cNvPr>
          <p:cNvSpPr>
            <a:spLocks noGrp="1"/>
          </p:cNvSpPr>
          <p:nvPr/>
        </p:nvSpPr>
        <p:spPr>
          <a:xfrm>
            <a:off x="2786063" y="3305175"/>
            <a:ext cx="304800" cy="1876425"/>
          </a:xfrm>
          <a:prstGeom prst="line">
            <a:avLst/>
          </a:prstGeom>
          <a:noFill/>
          <a:ln w="11430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AB312A96-FA00-4403-98AD-2DFC3A953F84}"/>
              </a:ext>
            </a:extLst>
          </p:cNvPr>
          <p:cNvSpPr>
            <a:spLocks noGrp="1"/>
          </p:cNvSpPr>
          <p:nvPr/>
        </p:nvSpPr>
        <p:spPr>
          <a:xfrm>
            <a:off x="4872038" y="3305175"/>
            <a:ext cx="304800" cy="1876425"/>
          </a:xfrm>
          <a:prstGeom prst="line">
            <a:avLst/>
          </a:prstGeom>
          <a:noFill/>
          <a:ln w="11430">
            <a:solidFill>
              <a:srgbClr val="3D8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Straight Connector 57">
            <a:extLst>
              <a:ext uri="{FF2B5EF4-FFF2-40B4-BE49-F238E27FC236}">
                <a16:creationId xmlns:a16="http://schemas.microsoft.com/office/drawing/2014/main" id="{1ADF28F0-6252-45F5-93C6-9B85B01F0E80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3901215B-494E-4B81-A442-670763BC4312}"/>
              </a:ext>
            </a:extLst>
          </p:cNvPr>
          <p:cNvSpPr>
            <a:spLocks noGrp="1"/>
          </p:cNvSpPr>
          <p:nvPr/>
        </p:nvSpPr>
        <p:spPr>
          <a:xfrm>
            <a:off x="1743075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776B2E77-121B-45CC-AAD3-0D6330AAE4E3}"/>
              </a:ext>
            </a:extLst>
          </p:cNvPr>
          <p:cNvSpPr>
            <a:spLocks noGrp="1"/>
          </p:cNvSpPr>
          <p:nvPr/>
        </p:nvSpPr>
        <p:spPr>
          <a:xfrm>
            <a:off x="2438400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2F052D44-0570-46B3-B884-5744EF5A2940}"/>
              </a:ext>
            </a:extLst>
          </p:cNvPr>
          <p:cNvSpPr>
            <a:spLocks noGrp="1"/>
          </p:cNvSpPr>
          <p:nvPr/>
        </p:nvSpPr>
        <p:spPr>
          <a:xfrm>
            <a:off x="3133725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4097F25A-67DE-4FE2-9191-D562E929F44C}"/>
              </a:ext>
            </a:extLst>
          </p:cNvPr>
          <p:cNvSpPr>
            <a:spLocks noGrp="1"/>
          </p:cNvSpPr>
          <p:nvPr/>
        </p:nvSpPr>
        <p:spPr>
          <a:xfrm>
            <a:off x="3829050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9E678920-7A2A-4533-9E99-41386BFC9872}"/>
              </a:ext>
            </a:extLst>
          </p:cNvPr>
          <p:cNvSpPr>
            <a:spLocks noGrp="1"/>
          </p:cNvSpPr>
          <p:nvPr/>
        </p:nvSpPr>
        <p:spPr>
          <a:xfrm>
            <a:off x="4524375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9D0384FE-7CA7-46AC-876B-0AE8243F726B}"/>
              </a:ext>
            </a:extLst>
          </p:cNvPr>
          <p:cNvSpPr>
            <a:spLocks noGrp="1"/>
          </p:cNvSpPr>
          <p:nvPr/>
        </p:nvSpPr>
        <p:spPr>
          <a:xfrm>
            <a:off x="5219700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20F8AF9D-51C3-464F-B207-5881DD21D445}"/>
              </a:ext>
            </a:extLst>
          </p:cNvPr>
          <p:cNvSpPr>
            <a:spLocks noGrp="1"/>
          </p:cNvSpPr>
          <p:nvPr/>
        </p:nvSpPr>
        <p:spPr>
          <a:xfrm>
            <a:off x="5915025" y="34861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EC628C13-703C-45D0-A77B-0E2D313EC0C0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8E80EDC1-C563-4E6B-8D06-5C24294C7459}"/>
              </a:ext>
            </a:extLst>
          </p:cNvPr>
          <p:cNvSpPr>
            <a:spLocks noGrp="1"/>
          </p:cNvSpPr>
          <p:nvPr/>
        </p:nvSpPr>
        <p:spPr>
          <a:xfrm>
            <a:off x="1819275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traight Connector 67">
            <a:extLst>
              <a:ext uri="{FF2B5EF4-FFF2-40B4-BE49-F238E27FC236}">
                <a16:creationId xmlns:a16="http://schemas.microsoft.com/office/drawing/2014/main" id="{4A2F95DA-FFE1-47AC-8C38-4C64A2A92729}"/>
              </a:ext>
            </a:extLst>
          </p:cNvPr>
          <p:cNvSpPr>
            <a:spLocks noGrp="1"/>
          </p:cNvSpPr>
          <p:nvPr/>
        </p:nvSpPr>
        <p:spPr>
          <a:xfrm>
            <a:off x="2514600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E8CFBF5B-26D5-4081-B79A-5561734DEABE}"/>
              </a:ext>
            </a:extLst>
          </p:cNvPr>
          <p:cNvSpPr>
            <a:spLocks noGrp="1"/>
          </p:cNvSpPr>
          <p:nvPr/>
        </p:nvSpPr>
        <p:spPr>
          <a:xfrm>
            <a:off x="3209925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A3446A14-8533-4C6B-AC31-0AD527894D37}"/>
              </a:ext>
            </a:extLst>
          </p:cNvPr>
          <p:cNvSpPr>
            <a:spLocks noGrp="1"/>
          </p:cNvSpPr>
          <p:nvPr/>
        </p:nvSpPr>
        <p:spPr>
          <a:xfrm>
            <a:off x="3905250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traight Connector 70">
            <a:extLst>
              <a:ext uri="{FF2B5EF4-FFF2-40B4-BE49-F238E27FC236}">
                <a16:creationId xmlns:a16="http://schemas.microsoft.com/office/drawing/2014/main" id="{48803757-1AD1-4937-AC50-65DC007C27AC}"/>
              </a:ext>
            </a:extLst>
          </p:cNvPr>
          <p:cNvSpPr>
            <a:spLocks noGrp="1"/>
          </p:cNvSpPr>
          <p:nvPr/>
        </p:nvSpPr>
        <p:spPr>
          <a:xfrm>
            <a:off x="4600575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traight Connector 71">
            <a:extLst>
              <a:ext uri="{FF2B5EF4-FFF2-40B4-BE49-F238E27FC236}">
                <a16:creationId xmlns:a16="http://schemas.microsoft.com/office/drawing/2014/main" id="{F80CBF73-6475-47F0-92F0-E010CA16C670}"/>
              </a:ext>
            </a:extLst>
          </p:cNvPr>
          <p:cNvSpPr>
            <a:spLocks noGrp="1"/>
          </p:cNvSpPr>
          <p:nvPr/>
        </p:nvSpPr>
        <p:spPr>
          <a:xfrm>
            <a:off x="5295900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895B0AE9-D62F-45B1-8BAE-B4F36B951307}"/>
              </a:ext>
            </a:extLst>
          </p:cNvPr>
          <p:cNvSpPr>
            <a:spLocks noGrp="1"/>
          </p:cNvSpPr>
          <p:nvPr/>
        </p:nvSpPr>
        <p:spPr>
          <a:xfrm>
            <a:off x="5991225" y="38862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traight Connector 73">
            <a:extLst>
              <a:ext uri="{FF2B5EF4-FFF2-40B4-BE49-F238E27FC236}">
                <a16:creationId xmlns:a16="http://schemas.microsoft.com/office/drawing/2014/main" id="{C0D191E2-6039-4A7C-A34A-94BF1EFCF766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traight Connector 74">
            <a:extLst>
              <a:ext uri="{FF2B5EF4-FFF2-40B4-BE49-F238E27FC236}">
                <a16:creationId xmlns:a16="http://schemas.microsoft.com/office/drawing/2014/main" id="{DB7870F6-58DC-4160-A2E2-3124CBB41622}"/>
              </a:ext>
            </a:extLst>
          </p:cNvPr>
          <p:cNvSpPr>
            <a:spLocks noGrp="1"/>
          </p:cNvSpPr>
          <p:nvPr/>
        </p:nvSpPr>
        <p:spPr>
          <a:xfrm>
            <a:off x="1895475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traight Connector 75">
            <a:extLst>
              <a:ext uri="{FF2B5EF4-FFF2-40B4-BE49-F238E27FC236}">
                <a16:creationId xmlns:a16="http://schemas.microsoft.com/office/drawing/2014/main" id="{6D92E3E1-3286-4C2A-A5BC-002F2EF973E1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traight Connector 76">
            <a:extLst>
              <a:ext uri="{FF2B5EF4-FFF2-40B4-BE49-F238E27FC236}">
                <a16:creationId xmlns:a16="http://schemas.microsoft.com/office/drawing/2014/main" id="{CEC7569D-2B58-482A-873D-A5B3B9135E13}"/>
              </a:ext>
            </a:extLst>
          </p:cNvPr>
          <p:cNvSpPr>
            <a:spLocks noGrp="1"/>
          </p:cNvSpPr>
          <p:nvPr/>
        </p:nvSpPr>
        <p:spPr>
          <a:xfrm>
            <a:off x="3286125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traight Connector 77">
            <a:extLst>
              <a:ext uri="{FF2B5EF4-FFF2-40B4-BE49-F238E27FC236}">
                <a16:creationId xmlns:a16="http://schemas.microsoft.com/office/drawing/2014/main" id="{6E3308D8-915D-4CC7-AF3A-2B4CCD87C22D}"/>
              </a:ext>
            </a:extLst>
          </p:cNvPr>
          <p:cNvSpPr>
            <a:spLocks noGrp="1"/>
          </p:cNvSpPr>
          <p:nvPr/>
        </p:nvSpPr>
        <p:spPr>
          <a:xfrm>
            <a:off x="3981450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5F8CE9C7-D0BB-4B75-B01E-4B054C0E0D21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traight Connector 79">
            <a:extLst>
              <a:ext uri="{FF2B5EF4-FFF2-40B4-BE49-F238E27FC236}">
                <a16:creationId xmlns:a16="http://schemas.microsoft.com/office/drawing/2014/main" id="{B3C76AA1-A493-4738-AFC8-3A8444A1B38A}"/>
              </a:ext>
            </a:extLst>
          </p:cNvPr>
          <p:cNvSpPr>
            <a:spLocks noGrp="1"/>
          </p:cNvSpPr>
          <p:nvPr/>
        </p:nvSpPr>
        <p:spPr>
          <a:xfrm>
            <a:off x="5372100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C55B7F7C-5965-4CF9-BDAC-FA0B9CE4DD02}"/>
              </a:ext>
            </a:extLst>
          </p:cNvPr>
          <p:cNvSpPr>
            <a:spLocks noGrp="1"/>
          </p:cNvSpPr>
          <p:nvPr/>
        </p:nvSpPr>
        <p:spPr>
          <a:xfrm>
            <a:off x="6067425" y="42862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traight Connector 81">
            <a:extLst>
              <a:ext uri="{FF2B5EF4-FFF2-40B4-BE49-F238E27FC236}">
                <a16:creationId xmlns:a16="http://schemas.microsoft.com/office/drawing/2014/main" id="{13A31F71-2C4C-46CB-A545-7C307DD6CF0A}"/>
              </a:ext>
            </a:extLst>
          </p:cNvPr>
          <p:cNvSpPr>
            <a:spLocks noGrp="1"/>
          </p:cNvSpPr>
          <p:nvPr/>
        </p:nvSpPr>
        <p:spPr>
          <a:xfrm>
            <a:off x="1276350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E58470C6-5312-4EBD-BBE5-34329985A373}"/>
              </a:ext>
            </a:extLst>
          </p:cNvPr>
          <p:cNvSpPr>
            <a:spLocks noGrp="1"/>
          </p:cNvSpPr>
          <p:nvPr/>
        </p:nvSpPr>
        <p:spPr>
          <a:xfrm>
            <a:off x="1971675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traight Connector 83">
            <a:extLst>
              <a:ext uri="{FF2B5EF4-FFF2-40B4-BE49-F238E27FC236}">
                <a16:creationId xmlns:a16="http://schemas.microsoft.com/office/drawing/2014/main" id="{ABC9B4D2-6598-402A-964A-41B34FE883B8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8867677C-A6C2-4848-B284-00654C01DDC5}"/>
              </a:ext>
            </a:extLst>
          </p:cNvPr>
          <p:cNvSpPr>
            <a:spLocks noGrp="1"/>
          </p:cNvSpPr>
          <p:nvPr/>
        </p:nvSpPr>
        <p:spPr>
          <a:xfrm>
            <a:off x="3362325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D7DE59D3-2F1A-4B0B-B888-D62AE892C6BA}"/>
              </a:ext>
            </a:extLst>
          </p:cNvPr>
          <p:cNvSpPr>
            <a:spLocks noGrp="1"/>
          </p:cNvSpPr>
          <p:nvPr/>
        </p:nvSpPr>
        <p:spPr>
          <a:xfrm>
            <a:off x="4057650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DC7C3633-7952-4909-B9FC-44BD020EC647}"/>
              </a:ext>
            </a:extLst>
          </p:cNvPr>
          <p:cNvSpPr>
            <a:spLocks noGrp="1"/>
          </p:cNvSpPr>
          <p:nvPr/>
        </p:nvSpPr>
        <p:spPr>
          <a:xfrm>
            <a:off x="4752975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traight Connector 87">
            <a:extLst>
              <a:ext uri="{FF2B5EF4-FFF2-40B4-BE49-F238E27FC236}">
                <a16:creationId xmlns:a16="http://schemas.microsoft.com/office/drawing/2014/main" id="{9A78BA75-5205-42F6-BE28-962841CD4BEA}"/>
              </a:ext>
            </a:extLst>
          </p:cNvPr>
          <p:cNvSpPr>
            <a:spLocks noGrp="1"/>
          </p:cNvSpPr>
          <p:nvPr/>
        </p:nvSpPr>
        <p:spPr>
          <a:xfrm>
            <a:off x="5448300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8B60D6BF-ED07-4790-AAA4-32E12B8F2380}"/>
              </a:ext>
            </a:extLst>
          </p:cNvPr>
          <p:cNvSpPr>
            <a:spLocks noGrp="1"/>
          </p:cNvSpPr>
          <p:nvPr/>
        </p:nvSpPr>
        <p:spPr>
          <a:xfrm>
            <a:off x="6143625" y="468630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traight Connector 89">
            <a:extLst>
              <a:ext uri="{FF2B5EF4-FFF2-40B4-BE49-F238E27FC236}">
                <a16:creationId xmlns:a16="http://schemas.microsoft.com/office/drawing/2014/main" id="{39241EA4-E53C-4CAB-A8F6-2235AD08B804}"/>
              </a:ext>
            </a:extLst>
          </p:cNvPr>
          <p:cNvSpPr>
            <a:spLocks noGrp="1"/>
          </p:cNvSpPr>
          <p:nvPr/>
        </p:nvSpPr>
        <p:spPr>
          <a:xfrm>
            <a:off x="1352550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traight Connector 90">
            <a:extLst>
              <a:ext uri="{FF2B5EF4-FFF2-40B4-BE49-F238E27FC236}">
                <a16:creationId xmlns:a16="http://schemas.microsoft.com/office/drawing/2014/main" id="{C75D6BB1-0F64-4DE3-BF19-A6869907FED9}"/>
              </a:ext>
            </a:extLst>
          </p:cNvPr>
          <p:cNvSpPr>
            <a:spLocks noGrp="1"/>
          </p:cNvSpPr>
          <p:nvPr/>
        </p:nvSpPr>
        <p:spPr>
          <a:xfrm>
            <a:off x="2047875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traight Connector 91">
            <a:extLst>
              <a:ext uri="{FF2B5EF4-FFF2-40B4-BE49-F238E27FC236}">
                <a16:creationId xmlns:a16="http://schemas.microsoft.com/office/drawing/2014/main" id="{5EF274BE-F5AF-46AA-B55F-9045E1193458}"/>
              </a:ext>
            </a:extLst>
          </p:cNvPr>
          <p:cNvSpPr>
            <a:spLocks noGrp="1"/>
          </p:cNvSpPr>
          <p:nvPr/>
        </p:nvSpPr>
        <p:spPr>
          <a:xfrm>
            <a:off x="2743200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D0F3AFD3-1FB4-47B7-A11F-E7D8B72BCC3D}"/>
              </a:ext>
            </a:extLst>
          </p:cNvPr>
          <p:cNvSpPr>
            <a:spLocks noGrp="1"/>
          </p:cNvSpPr>
          <p:nvPr/>
        </p:nvSpPr>
        <p:spPr>
          <a:xfrm>
            <a:off x="3438525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09E4BE26-B02D-43F6-9FA3-7514259A7252}"/>
              </a:ext>
            </a:extLst>
          </p:cNvPr>
          <p:cNvSpPr>
            <a:spLocks noGrp="1"/>
          </p:cNvSpPr>
          <p:nvPr/>
        </p:nvSpPr>
        <p:spPr>
          <a:xfrm>
            <a:off x="4133850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CF97F0C4-578E-4DA6-9EA6-678D0B23C746}"/>
              </a:ext>
            </a:extLst>
          </p:cNvPr>
          <p:cNvSpPr>
            <a:spLocks noGrp="1"/>
          </p:cNvSpPr>
          <p:nvPr/>
        </p:nvSpPr>
        <p:spPr>
          <a:xfrm>
            <a:off x="4829175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EF6A8B6F-07EC-477B-A191-D034D03D3FF1}"/>
              </a:ext>
            </a:extLst>
          </p:cNvPr>
          <p:cNvSpPr>
            <a:spLocks noGrp="1"/>
          </p:cNvSpPr>
          <p:nvPr/>
        </p:nvSpPr>
        <p:spPr>
          <a:xfrm>
            <a:off x="5524500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traight Connector 96">
            <a:extLst>
              <a:ext uri="{FF2B5EF4-FFF2-40B4-BE49-F238E27FC236}">
                <a16:creationId xmlns:a16="http://schemas.microsoft.com/office/drawing/2014/main" id="{922071B9-88C3-40BD-8BA4-6529B8D2B382}"/>
              </a:ext>
            </a:extLst>
          </p:cNvPr>
          <p:cNvSpPr>
            <a:spLocks noGrp="1"/>
          </p:cNvSpPr>
          <p:nvPr/>
        </p:nvSpPr>
        <p:spPr>
          <a:xfrm>
            <a:off x="6219825" y="5086350"/>
            <a:ext cx="695325" cy="4763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traight Connector 97">
            <a:extLst>
              <a:ext uri="{FF2B5EF4-FFF2-40B4-BE49-F238E27FC236}">
                <a16:creationId xmlns:a16="http://schemas.microsoft.com/office/drawing/2014/main" id="{525548DC-998D-4F25-963A-02CAA0DC544C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traight Connector 98">
            <a:extLst>
              <a:ext uri="{FF2B5EF4-FFF2-40B4-BE49-F238E27FC236}">
                <a16:creationId xmlns:a16="http://schemas.microsoft.com/office/drawing/2014/main" id="{B0FFD6F8-2885-4EE8-8E4A-F6F709315FED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traight Connector 99">
            <a:extLst>
              <a:ext uri="{FF2B5EF4-FFF2-40B4-BE49-F238E27FC236}">
                <a16:creationId xmlns:a16="http://schemas.microsoft.com/office/drawing/2014/main" id="{25542F8A-2DE6-4F64-9718-084F5E94C2BD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traight Connector 100">
            <a:extLst>
              <a:ext uri="{FF2B5EF4-FFF2-40B4-BE49-F238E27FC236}">
                <a16:creationId xmlns:a16="http://schemas.microsoft.com/office/drawing/2014/main" id="{6230FCD0-2B63-43FA-B01C-BED120D2AE0C}"/>
              </a:ext>
            </a:extLst>
          </p:cNvPr>
          <p:cNvSpPr>
            <a:spLocks noGrp="1"/>
          </p:cNvSpPr>
          <p:nvPr/>
        </p:nvSpPr>
        <p:spPr>
          <a:xfrm>
            <a:off x="1276350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raight Connector 101">
            <a:extLst>
              <a:ext uri="{FF2B5EF4-FFF2-40B4-BE49-F238E27FC236}">
                <a16:creationId xmlns:a16="http://schemas.microsoft.com/office/drawing/2014/main" id="{8D565189-783A-4A55-AE2E-789D5C71B01A}"/>
              </a:ext>
            </a:extLst>
          </p:cNvPr>
          <p:cNvSpPr>
            <a:spLocks noGrp="1"/>
          </p:cNvSpPr>
          <p:nvPr/>
        </p:nvSpPr>
        <p:spPr>
          <a:xfrm>
            <a:off x="1743075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raight Connector 102">
            <a:extLst>
              <a:ext uri="{FF2B5EF4-FFF2-40B4-BE49-F238E27FC236}">
                <a16:creationId xmlns:a16="http://schemas.microsoft.com/office/drawing/2014/main" id="{798E4F72-F93D-41E1-A103-86DFC4A82BAF}"/>
              </a:ext>
            </a:extLst>
          </p:cNvPr>
          <p:cNvSpPr>
            <a:spLocks noGrp="1"/>
          </p:cNvSpPr>
          <p:nvPr/>
        </p:nvSpPr>
        <p:spPr>
          <a:xfrm>
            <a:off x="1819275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raight Connector 103">
            <a:extLst>
              <a:ext uri="{FF2B5EF4-FFF2-40B4-BE49-F238E27FC236}">
                <a16:creationId xmlns:a16="http://schemas.microsoft.com/office/drawing/2014/main" id="{E0CF5361-7B7C-4C3D-AB78-73D2F8013D82}"/>
              </a:ext>
            </a:extLst>
          </p:cNvPr>
          <p:cNvSpPr>
            <a:spLocks noGrp="1"/>
          </p:cNvSpPr>
          <p:nvPr/>
        </p:nvSpPr>
        <p:spPr>
          <a:xfrm>
            <a:off x="1895475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traight Connector 104">
            <a:extLst>
              <a:ext uri="{FF2B5EF4-FFF2-40B4-BE49-F238E27FC236}">
                <a16:creationId xmlns:a16="http://schemas.microsoft.com/office/drawing/2014/main" id="{ED23124A-36BD-4DC2-AB62-5049337BF048}"/>
              </a:ext>
            </a:extLst>
          </p:cNvPr>
          <p:cNvSpPr>
            <a:spLocks noGrp="1"/>
          </p:cNvSpPr>
          <p:nvPr/>
        </p:nvSpPr>
        <p:spPr>
          <a:xfrm>
            <a:off x="1971675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raight Connector 105">
            <a:extLst>
              <a:ext uri="{FF2B5EF4-FFF2-40B4-BE49-F238E27FC236}">
                <a16:creationId xmlns:a16="http://schemas.microsoft.com/office/drawing/2014/main" id="{CB35916C-5AB3-4A66-B0B7-584CB66288F7}"/>
              </a:ext>
            </a:extLst>
          </p:cNvPr>
          <p:cNvSpPr>
            <a:spLocks noGrp="1"/>
          </p:cNvSpPr>
          <p:nvPr/>
        </p:nvSpPr>
        <p:spPr>
          <a:xfrm>
            <a:off x="2438400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05CBC5E8-DD39-4F8C-9391-D82AB221A1E4}"/>
              </a:ext>
            </a:extLst>
          </p:cNvPr>
          <p:cNvSpPr>
            <a:spLocks noGrp="1"/>
          </p:cNvSpPr>
          <p:nvPr/>
        </p:nvSpPr>
        <p:spPr>
          <a:xfrm>
            <a:off x="2514600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raight Connector 107">
            <a:extLst>
              <a:ext uri="{FF2B5EF4-FFF2-40B4-BE49-F238E27FC236}">
                <a16:creationId xmlns:a16="http://schemas.microsoft.com/office/drawing/2014/main" id="{72AC54A3-8078-4476-A75D-6C3E2AFF73F3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74BE6A98-DFF6-4C8B-B9B1-C55AE2608571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raight Connector 109">
            <a:extLst>
              <a:ext uri="{FF2B5EF4-FFF2-40B4-BE49-F238E27FC236}">
                <a16:creationId xmlns:a16="http://schemas.microsoft.com/office/drawing/2014/main" id="{DF873EF3-8421-472E-A653-942B079C679D}"/>
              </a:ext>
            </a:extLst>
          </p:cNvPr>
          <p:cNvSpPr>
            <a:spLocks noGrp="1"/>
          </p:cNvSpPr>
          <p:nvPr/>
        </p:nvSpPr>
        <p:spPr>
          <a:xfrm>
            <a:off x="3133725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traight Connector 110">
            <a:extLst>
              <a:ext uri="{FF2B5EF4-FFF2-40B4-BE49-F238E27FC236}">
                <a16:creationId xmlns:a16="http://schemas.microsoft.com/office/drawing/2014/main" id="{E7AE359E-8B60-49BD-8368-67F5EEC11FD1}"/>
              </a:ext>
            </a:extLst>
          </p:cNvPr>
          <p:cNvSpPr>
            <a:spLocks noGrp="1"/>
          </p:cNvSpPr>
          <p:nvPr/>
        </p:nvSpPr>
        <p:spPr>
          <a:xfrm>
            <a:off x="3209925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raight Connector 111">
            <a:extLst>
              <a:ext uri="{FF2B5EF4-FFF2-40B4-BE49-F238E27FC236}">
                <a16:creationId xmlns:a16="http://schemas.microsoft.com/office/drawing/2014/main" id="{64893DDB-374D-4BDF-A62A-B66824AA9811}"/>
              </a:ext>
            </a:extLst>
          </p:cNvPr>
          <p:cNvSpPr>
            <a:spLocks noGrp="1"/>
          </p:cNvSpPr>
          <p:nvPr/>
        </p:nvSpPr>
        <p:spPr>
          <a:xfrm>
            <a:off x="3286125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traight Connector 112">
            <a:extLst>
              <a:ext uri="{FF2B5EF4-FFF2-40B4-BE49-F238E27FC236}">
                <a16:creationId xmlns:a16="http://schemas.microsoft.com/office/drawing/2014/main" id="{AD0C0B7E-9E8E-4601-988F-E651E6629B7E}"/>
              </a:ext>
            </a:extLst>
          </p:cNvPr>
          <p:cNvSpPr>
            <a:spLocks noGrp="1"/>
          </p:cNvSpPr>
          <p:nvPr/>
        </p:nvSpPr>
        <p:spPr>
          <a:xfrm>
            <a:off x="3362325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raight Connector 113">
            <a:extLst>
              <a:ext uri="{FF2B5EF4-FFF2-40B4-BE49-F238E27FC236}">
                <a16:creationId xmlns:a16="http://schemas.microsoft.com/office/drawing/2014/main" id="{879C129E-4900-4294-A2BE-DEF98370A318}"/>
              </a:ext>
            </a:extLst>
          </p:cNvPr>
          <p:cNvSpPr>
            <a:spLocks noGrp="1"/>
          </p:cNvSpPr>
          <p:nvPr/>
        </p:nvSpPr>
        <p:spPr>
          <a:xfrm>
            <a:off x="3829050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traight Connector 114">
            <a:extLst>
              <a:ext uri="{FF2B5EF4-FFF2-40B4-BE49-F238E27FC236}">
                <a16:creationId xmlns:a16="http://schemas.microsoft.com/office/drawing/2014/main" id="{9374C80B-8A44-4838-A346-40D8484696DC}"/>
              </a:ext>
            </a:extLst>
          </p:cNvPr>
          <p:cNvSpPr>
            <a:spLocks noGrp="1"/>
          </p:cNvSpPr>
          <p:nvPr/>
        </p:nvSpPr>
        <p:spPr>
          <a:xfrm>
            <a:off x="3905250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traight Connector 115">
            <a:extLst>
              <a:ext uri="{FF2B5EF4-FFF2-40B4-BE49-F238E27FC236}">
                <a16:creationId xmlns:a16="http://schemas.microsoft.com/office/drawing/2014/main" id="{CA7E0C9F-9EE9-425C-8C4C-D8775306E13B}"/>
              </a:ext>
            </a:extLst>
          </p:cNvPr>
          <p:cNvSpPr>
            <a:spLocks noGrp="1"/>
          </p:cNvSpPr>
          <p:nvPr/>
        </p:nvSpPr>
        <p:spPr>
          <a:xfrm>
            <a:off x="3981450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traight Connector 116">
            <a:extLst>
              <a:ext uri="{FF2B5EF4-FFF2-40B4-BE49-F238E27FC236}">
                <a16:creationId xmlns:a16="http://schemas.microsoft.com/office/drawing/2014/main" id="{561F4C15-17DF-4148-BB98-D5AC98432ED7}"/>
              </a:ext>
            </a:extLst>
          </p:cNvPr>
          <p:cNvSpPr>
            <a:spLocks noGrp="1"/>
          </p:cNvSpPr>
          <p:nvPr/>
        </p:nvSpPr>
        <p:spPr>
          <a:xfrm>
            <a:off x="4057650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traight Connector 117">
            <a:extLst>
              <a:ext uri="{FF2B5EF4-FFF2-40B4-BE49-F238E27FC236}">
                <a16:creationId xmlns:a16="http://schemas.microsoft.com/office/drawing/2014/main" id="{3680DE2B-5B98-4D9B-80EF-7A5934C122E7}"/>
              </a:ext>
            </a:extLst>
          </p:cNvPr>
          <p:cNvSpPr>
            <a:spLocks noGrp="1"/>
          </p:cNvSpPr>
          <p:nvPr/>
        </p:nvSpPr>
        <p:spPr>
          <a:xfrm>
            <a:off x="4524375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traight Connector 118">
            <a:extLst>
              <a:ext uri="{FF2B5EF4-FFF2-40B4-BE49-F238E27FC236}">
                <a16:creationId xmlns:a16="http://schemas.microsoft.com/office/drawing/2014/main" id="{7A4E6772-088C-49F7-8049-7BD9B2FFB450}"/>
              </a:ext>
            </a:extLst>
          </p:cNvPr>
          <p:cNvSpPr>
            <a:spLocks noGrp="1"/>
          </p:cNvSpPr>
          <p:nvPr/>
        </p:nvSpPr>
        <p:spPr>
          <a:xfrm>
            <a:off x="4600575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traight Connector 119">
            <a:extLst>
              <a:ext uri="{FF2B5EF4-FFF2-40B4-BE49-F238E27FC236}">
                <a16:creationId xmlns:a16="http://schemas.microsoft.com/office/drawing/2014/main" id="{0515F13B-CFF5-4A00-A79D-8E9577B3A0E0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traight Connector 120">
            <a:extLst>
              <a:ext uri="{FF2B5EF4-FFF2-40B4-BE49-F238E27FC236}">
                <a16:creationId xmlns:a16="http://schemas.microsoft.com/office/drawing/2014/main" id="{DF0909EA-32DD-42AA-A0B4-71358010D4D4}"/>
              </a:ext>
            </a:extLst>
          </p:cNvPr>
          <p:cNvSpPr>
            <a:spLocks noGrp="1"/>
          </p:cNvSpPr>
          <p:nvPr/>
        </p:nvSpPr>
        <p:spPr>
          <a:xfrm>
            <a:off x="4752975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raight Connector 121">
            <a:extLst>
              <a:ext uri="{FF2B5EF4-FFF2-40B4-BE49-F238E27FC236}">
                <a16:creationId xmlns:a16="http://schemas.microsoft.com/office/drawing/2014/main" id="{30337362-23CA-4435-9029-F3245CB35E39}"/>
              </a:ext>
            </a:extLst>
          </p:cNvPr>
          <p:cNvSpPr>
            <a:spLocks noGrp="1"/>
          </p:cNvSpPr>
          <p:nvPr/>
        </p:nvSpPr>
        <p:spPr>
          <a:xfrm>
            <a:off x="5219700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traight Connector 122">
            <a:extLst>
              <a:ext uri="{FF2B5EF4-FFF2-40B4-BE49-F238E27FC236}">
                <a16:creationId xmlns:a16="http://schemas.microsoft.com/office/drawing/2014/main" id="{AF6FA242-A990-4F9C-B558-35E4F630C357}"/>
              </a:ext>
            </a:extLst>
          </p:cNvPr>
          <p:cNvSpPr>
            <a:spLocks noGrp="1"/>
          </p:cNvSpPr>
          <p:nvPr/>
        </p:nvSpPr>
        <p:spPr>
          <a:xfrm>
            <a:off x="5295900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traight Connector 123">
            <a:extLst>
              <a:ext uri="{FF2B5EF4-FFF2-40B4-BE49-F238E27FC236}">
                <a16:creationId xmlns:a16="http://schemas.microsoft.com/office/drawing/2014/main" id="{F75C3E0D-1D34-4FD9-B0FA-DB831A81007D}"/>
              </a:ext>
            </a:extLst>
          </p:cNvPr>
          <p:cNvSpPr>
            <a:spLocks noGrp="1"/>
          </p:cNvSpPr>
          <p:nvPr/>
        </p:nvSpPr>
        <p:spPr>
          <a:xfrm>
            <a:off x="5372100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traight Connector 124">
            <a:extLst>
              <a:ext uri="{FF2B5EF4-FFF2-40B4-BE49-F238E27FC236}">
                <a16:creationId xmlns:a16="http://schemas.microsoft.com/office/drawing/2014/main" id="{04A03F5B-F364-493A-8737-17A76D4FABDB}"/>
              </a:ext>
            </a:extLst>
          </p:cNvPr>
          <p:cNvSpPr>
            <a:spLocks noGrp="1"/>
          </p:cNvSpPr>
          <p:nvPr/>
        </p:nvSpPr>
        <p:spPr>
          <a:xfrm>
            <a:off x="5448300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traight Connector 125">
            <a:extLst>
              <a:ext uri="{FF2B5EF4-FFF2-40B4-BE49-F238E27FC236}">
                <a16:creationId xmlns:a16="http://schemas.microsoft.com/office/drawing/2014/main" id="{C0CBB90A-44F2-4273-9C2A-E7438DD201C6}"/>
              </a:ext>
            </a:extLst>
          </p:cNvPr>
          <p:cNvSpPr>
            <a:spLocks noGrp="1"/>
          </p:cNvSpPr>
          <p:nvPr/>
        </p:nvSpPr>
        <p:spPr>
          <a:xfrm>
            <a:off x="5915025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traight Connector 126">
            <a:extLst>
              <a:ext uri="{FF2B5EF4-FFF2-40B4-BE49-F238E27FC236}">
                <a16:creationId xmlns:a16="http://schemas.microsoft.com/office/drawing/2014/main" id="{E93011AB-1C27-4CD4-A09D-0DBB822914C6}"/>
              </a:ext>
            </a:extLst>
          </p:cNvPr>
          <p:cNvSpPr>
            <a:spLocks noGrp="1"/>
          </p:cNvSpPr>
          <p:nvPr/>
        </p:nvSpPr>
        <p:spPr>
          <a:xfrm>
            <a:off x="5991225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traight Connector 127">
            <a:extLst>
              <a:ext uri="{FF2B5EF4-FFF2-40B4-BE49-F238E27FC236}">
                <a16:creationId xmlns:a16="http://schemas.microsoft.com/office/drawing/2014/main" id="{B65292BA-9A13-4CA0-94D7-9460046BCD08}"/>
              </a:ext>
            </a:extLst>
          </p:cNvPr>
          <p:cNvSpPr>
            <a:spLocks noGrp="1"/>
          </p:cNvSpPr>
          <p:nvPr/>
        </p:nvSpPr>
        <p:spPr>
          <a:xfrm>
            <a:off x="6067425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traight Connector 128">
            <a:extLst>
              <a:ext uri="{FF2B5EF4-FFF2-40B4-BE49-F238E27FC236}">
                <a16:creationId xmlns:a16="http://schemas.microsoft.com/office/drawing/2014/main" id="{BBFE7FDA-1EEB-47FE-9956-EBAA0DC72101}"/>
              </a:ext>
            </a:extLst>
          </p:cNvPr>
          <p:cNvSpPr>
            <a:spLocks noGrp="1"/>
          </p:cNvSpPr>
          <p:nvPr/>
        </p:nvSpPr>
        <p:spPr>
          <a:xfrm>
            <a:off x="6143625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traight Connector 129">
            <a:extLst>
              <a:ext uri="{FF2B5EF4-FFF2-40B4-BE49-F238E27FC236}">
                <a16:creationId xmlns:a16="http://schemas.microsoft.com/office/drawing/2014/main" id="{673C9912-FF5F-4818-9B5E-1B0B7035623E}"/>
              </a:ext>
            </a:extLst>
          </p:cNvPr>
          <p:cNvSpPr>
            <a:spLocks noGrp="1"/>
          </p:cNvSpPr>
          <p:nvPr/>
        </p:nvSpPr>
        <p:spPr>
          <a:xfrm>
            <a:off x="6610350" y="34861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traight Connector 130">
            <a:extLst>
              <a:ext uri="{FF2B5EF4-FFF2-40B4-BE49-F238E27FC236}">
                <a16:creationId xmlns:a16="http://schemas.microsoft.com/office/drawing/2014/main" id="{B7CED98D-347B-4F71-8DE9-C9E625E8A1FB}"/>
              </a:ext>
            </a:extLst>
          </p:cNvPr>
          <p:cNvSpPr>
            <a:spLocks noGrp="1"/>
          </p:cNvSpPr>
          <p:nvPr/>
        </p:nvSpPr>
        <p:spPr>
          <a:xfrm>
            <a:off x="6686550" y="38862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traight Connector 131">
            <a:extLst>
              <a:ext uri="{FF2B5EF4-FFF2-40B4-BE49-F238E27FC236}">
                <a16:creationId xmlns:a16="http://schemas.microsoft.com/office/drawing/2014/main" id="{40D22022-1741-4CBF-8A1A-E021F08F3533}"/>
              </a:ext>
            </a:extLst>
          </p:cNvPr>
          <p:cNvSpPr>
            <a:spLocks noGrp="1"/>
          </p:cNvSpPr>
          <p:nvPr/>
        </p:nvSpPr>
        <p:spPr>
          <a:xfrm>
            <a:off x="6762750" y="428625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traight Connector 132">
            <a:extLst>
              <a:ext uri="{FF2B5EF4-FFF2-40B4-BE49-F238E27FC236}">
                <a16:creationId xmlns:a16="http://schemas.microsoft.com/office/drawing/2014/main" id="{EE643FC4-6240-4CDC-A85E-3E15CEB46920}"/>
              </a:ext>
            </a:extLst>
          </p:cNvPr>
          <p:cNvSpPr>
            <a:spLocks noGrp="1"/>
          </p:cNvSpPr>
          <p:nvPr/>
        </p:nvSpPr>
        <p:spPr>
          <a:xfrm>
            <a:off x="6838950" y="4686300"/>
            <a:ext cx="76200" cy="400050"/>
          </a:xfrm>
          <a:prstGeom prst="line">
            <a:avLst/>
          </a:prstGeom>
          <a:noFill/>
          <a:ln w="13811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2CA2423-9248-47A9-A459-B2A21AD13457}"/>
              </a:ext>
            </a:extLst>
          </p:cNvPr>
          <p:cNvSpPr>
            <a:spLocks noGrp="1"/>
          </p:cNvSpPr>
          <p:nvPr/>
        </p:nvSpPr>
        <p:spPr>
          <a:xfrm>
            <a:off x="998220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5A68BB0-9671-407E-A0DA-19A66023D23C}"/>
              </a:ext>
            </a:extLst>
          </p:cNvPr>
          <p:cNvSpPr>
            <a:spLocks noGrp="1"/>
          </p:cNvSpPr>
          <p:nvPr/>
        </p:nvSpPr>
        <p:spPr>
          <a:xfrm>
            <a:off x="1693545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5FA50BC-6B1D-45D3-80CC-3DBBCB74BD4C}"/>
              </a:ext>
            </a:extLst>
          </p:cNvPr>
          <p:cNvSpPr>
            <a:spLocks noGrp="1"/>
          </p:cNvSpPr>
          <p:nvPr/>
        </p:nvSpPr>
        <p:spPr>
          <a:xfrm>
            <a:off x="2388870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AABD6551-530A-4B27-8BDE-FAAAA23AF47B}"/>
              </a:ext>
            </a:extLst>
          </p:cNvPr>
          <p:cNvSpPr>
            <a:spLocks noGrp="1"/>
          </p:cNvSpPr>
          <p:nvPr/>
        </p:nvSpPr>
        <p:spPr>
          <a:xfrm>
            <a:off x="3084195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DE9F4021-ED30-4A1F-A0E1-BB54D06CBC10}"/>
              </a:ext>
            </a:extLst>
          </p:cNvPr>
          <p:cNvSpPr>
            <a:spLocks noGrp="1"/>
          </p:cNvSpPr>
          <p:nvPr/>
        </p:nvSpPr>
        <p:spPr>
          <a:xfrm>
            <a:off x="3779520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C21BC98-EFFC-449C-A747-10BCFF738181}"/>
              </a:ext>
            </a:extLst>
          </p:cNvPr>
          <p:cNvSpPr>
            <a:spLocks noGrp="1"/>
          </p:cNvSpPr>
          <p:nvPr/>
        </p:nvSpPr>
        <p:spPr>
          <a:xfrm>
            <a:off x="4474845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194673C-DB90-4B83-A9AF-FD424FF88CB7}"/>
              </a:ext>
            </a:extLst>
          </p:cNvPr>
          <p:cNvSpPr>
            <a:spLocks noGrp="1"/>
          </p:cNvSpPr>
          <p:nvPr/>
        </p:nvSpPr>
        <p:spPr>
          <a:xfrm>
            <a:off x="5170170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CFCD5B73-EDBB-4A1A-B3FB-D4FC1409E62F}"/>
              </a:ext>
            </a:extLst>
          </p:cNvPr>
          <p:cNvSpPr>
            <a:spLocks noGrp="1"/>
          </p:cNvSpPr>
          <p:nvPr/>
        </p:nvSpPr>
        <p:spPr>
          <a:xfrm>
            <a:off x="5865495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21B5E0A6-0352-4B66-ACCF-C0823A7D1A97}"/>
              </a:ext>
            </a:extLst>
          </p:cNvPr>
          <p:cNvSpPr>
            <a:spLocks noGrp="1"/>
          </p:cNvSpPr>
          <p:nvPr/>
        </p:nvSpPr>
        <p:spPr>
          <a:xfrm>
            <a:off x="6560820" y="34366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E5D705E-D7D6-476B-961D-6FB071FFB3EC}"/>
              </a:ext>
            </a:extLst>
          </p:cNvPr>
          <p:cNvSpPr>
            <a:spLocks noGrp="1"/>
          </p:cNvSpPr>
          <p:nvPr/>
        </p:nvSpPr>
        <p:spPr>
          <a:xfrm>
            <a:off x="1074420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2DDF090-6384-4BFF-B837-9C79E370BB7C}"/>
              </a:ext>
            </a:extLst>
          </p:cNvPr>
          <p:cNvSpPr>
            <a:spLocks noGrp="1"/>
          </p:cNvSpPr>
          <p:nvPr/>
        </p:nvSpPr>
        <p:spPr>
          <a:xfrm>
            <a:off x="1769745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532681AD-BD9C-4090-B32A-8822247D09BC}"/>
              </a:ext>
            </a:extLst>
          </p:cNvPr>
          <p:cNvSpPr>
            <a:spLocks noGrp="1"/>
          </p:cNvSpPr>
          <p:nvPr/>
        </p:nvSpPr>
        <p:spPr>
          <a:xfrm>
            <a:off x="2465070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77E8028-E90E-4B55-84CB-4595F69E872F}"/>
              </a:ext>
            </a:extLst>
          </p:cNvPr>
          <p:cNvSpPr>
            <a:spLocks noGrp="1"/>
          </p:cNvSpPr>
          <p:nvPr/>
        </p:nvSpPr>
        <p:spPr>
          <a:xfrm>
            <a:off x="3160395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87B5B34-F528-4944-A61D-76104ACA3C97}"/>
              </a:ext>
            </a:extLst>
          </p:cNvPr>
          <p:cNvSpPr>
            <a:spLocks noGrp="1"/>
          </p:cNvSpPr>
          <p:nvPr/>
        </p:nvSpPr>
        <p:spPr>
          <a:xfrm>
            <a:off x="3855720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E7D0691-F140-48B2-86C5-F8DC06B8B170}"/>
              </a:ext>
            </a:extLst>
          </p:cNvPr>
          <p:cNvSpPr>
            <a:spLocks noGrp="1"/>
          </p:cNvSpPr>
          <p:nvPr/>
        </p:nvSpPr>
        <p:spPr>
          <a:xfrm>
            <a:off x="4551045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D5120E22-7310-4595-AD86-9C8040A36A61}"/>
              </a:ext>
            </a:extLst>
          </p:cNvPr>
          <p:cNvSpPr>
            <a:spLocks noGrp="1"/>
          </p:cNvSpPr>
          <p:nvPr/>
        </p:nvSpPr>
        <p:spPr>
          <a:xfrm>
            <a:off x="5246370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79E2268-2BCD-4F51-8F80-21BAB88DD245}"/>
              </a:ext>
            </a:extLst>
          </p:cNvPr>
          <p:cNvSpPr>
            <a:spLocks noGrp="1"/>
          </p:cNvSpPr>
          <p:nvPr/>
        </p:nvSpPr>
        <p:spPr>
          <a:xfrm>
            <a:off x="5941695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152F246-ED27-4F96-9D13-F45473BB0601}"/>
              </a:ext>
            </a:extLst>
          </p:cNvPr>
          <p:cNvSpPr>
            <a:spLocks noGrp="1"/>
          </p:cNvSpPr>
          <p:nvPr/>
        </p:nvSpPr>
        <p:spPr>
          <a:xfrm>
            <a:off x="6637020" y="38366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C14550D-7A68-42C2-8702-E6D9917A9E75}"/>
              </a:ext>
            </a:extLst>
          </p:cNvPr>
          <p:cNvSpPr>
            <a:spLocks noGrp="1"/>
          </p:cNvSpPr>
          <p:nvPr/>
        </p:nvSpPr>
        <p:spPr>
          <a:xfrm>
            <a:off x="1150620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AB5D66BF-7775-4288-9740-8C7C4257AF3A}"/>
              </a:ext>
            </a:extLst>
          </p:cNvPr>
          <p:cNvSpPr>
            <a:spLocks noGrp="1"/>
          </p:cNvSpPr>
          <p:nvPr/>
        </p:nvSpPr>
        <p:spPr>
          <a:xfrm>
            <a:off x="1845945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52386C4-62AC-4FAB-9574-D900E3260ECB}"/>
              </a:ext>
            </a:extLst>
          </p:cNvPr>
          <p:cNvSpPr>
            <a:spLocks noGrp="1"/>
          </p:cNvSpPr>
          <p:nvPr/>
        </p:nvSpPr>
        <p:spPr>
          <a:xfrm>
            <a:off x="2541270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1A05B5C6-D5E7-4FD6-99C8-587DF29335B5}"/>
              </a:ext>
            </a:extLst>
          </p:cNvPr>
          <p:cNvSpPr>
            <a:spLocks noGrp="1"/>
          </p:cNvSpPr>
          <p:nvPr/>
        </p:nvSpPr>
        <p:spPr>
          <a:xfrm>
            <a:off x="3236595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0BDF970B-53AC-456D-A00C-C77488D48D08}"/>
              </a:ext>
            </a:extLst>
          </p:cNvPr>
          <p:cNvSpPr>
            <a:spLocks noGrp="1"/>
          </p:cNvSpPr>
          <p:nvPr/>
        </p:nvSpPr>
        <p:spPr>
          <a:xfrm>
            <a:off x="3931920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05C7C12-4F3F-4E9D-BF68-96C72DD83EAB}"/>
              </a:ext>
            </a:extLst>
          </p:cNvPr>
          <p:cNvSpPr>
            <a:spLocks noGrp="1"/>
          </p:cNvSpPr>
          <p:nvPr/>
        </p:nvSpPr>
        <p:spPr>
          <a:xfrm>
            <a:off x="4627245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E060457-33BC-46BE-8B3B-DDED911BBDEE}"/>
              </a:ext>
            </a:extLst>
          </p:cNvPr>
          <p:cNvSpPr>
            <a:spLocks noGrp="1"/>
          </p:cNvSpPr>
          <p:nvPr/>
        </p:nvSpPr>
        <p:spPr>
          <a:xfrm>
            <a:off x="5322570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FE0A7355-BA81-465C-8514-A8F23448F888}"/>
              </a:ext>
            </a:extLst>
          </p:cNvPr>
          <p:cNvSpPr>
            <a:spLocks noGrp="1"/>
          </p:cNvSpPr>
          <p:nvPr/>
        </p:nvSpPr>
        <p:spPr>
          <a:xfrm>
            <a:off x="6017895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AF6EE53-689D-4269-B9C9-9C41895DCAB6}"/>
              </a:ext>
            </a:extLst>
          </p:cNvPr>
          <p:cNvSpPr>
            <a:spLocks noGrp="1"/>
          </p:cNvSpPr>
          <p:nvPr/>
        </p:nvSpPr>
        <p:spPr>
          <a:xfrm>
            <a:off x="6713220" y="42367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DF13186-13D7-4157-949A-1FE1FB75C0B8}"/>
              </a:ext>
            </a:extLst>
          </p:cNvPr>
          <p:cNvSpPr>
            <a:spLocks noGrp="1"/>
          </p:cNvSpPr>
          <p:nvPr/>
        </p:nvSpPr>
        <p:spPr>
          <a:xfrm>
            <a:off x="1226820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857A4E7C-2F23-469C-858E-CD89C13882D7}"/>
              </a:ext>
            </a:extLst>
          </p:cNvPr>
          <p:cNvSpPr>
            <a:spLocks noGrp="1"/>
          </p:cNvSpPr>
          <p:nvPr/>
        </p:nvSpPr>
        <p:spPr>
          <a:xfrm>
            <a:off x="1922145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4DD2F78-D1F4-4C5B-B79F-6E9A419DDEFC}"/>
              </a:ext>
            </a:extLst>
          </p:cNvPr>
          <p:cNvSpPr>
            <a:spLocks noGrp="1"/>
          </p:cNvSpPr>
          <p:nvPr/>
        </p:nvSpPr>
        <p:spPr>
          <a:xfrm>
            <a:off x="2617470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14AB5FF-ED19-40E8-934E-F36E9B6E1648}"/>
              </a:ext>
            </a:extLst>
          </p:cNvPr>
          <p:cNvSpPr>
            <a:spLocks noGrp="1"/>
          </p:cNvSpPr>
          <p:nvPr/>
        </p:nvSpPr>
        <p:spPr>
          <a:xfrm>
            <a:off x="3312795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52CF12EB-D951-45B8-972A-8E1B91F58AF3}"/>
              </a:ext>
            </a:extLst>
          </p:cNvPr>
          <p:cNvSpPr>
            <a:spLocks noGrp="1"/>
          </p:cNvSpPr>
          <p:nvPr/>
        </p:nvSpPr>
        <p:spPr>
          <a:xfrm>
            <a:off x="4008120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DC319E52-C326-48C3-ABED-E66988D9B249}"/>
              </a:ext>
            </a:extLst>
          </p:cNvPr>
          <p:cNvSpPr>
            <a:spLocks noGrp="1"/>
          </p:cNvSpPr>
          <p:nvPr/>
        </p:nvSpPr>
        <p:spPr>
          <a:xfrm>
            <a:off x="4703445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B948D05-8478-45D5-857B-C780DC3D67F3}"/>
              </a:ext>
            </a:extLst>
          </p:cNvPr>
          <p:cNvSpPr>
            <a:spLocks noGrp="1"/>
          </p:cNvSpPr>
          <p:nvPr/>
        </p:nvSpPr>
        <p:spPr>
          <a:xfrm>
            <a:off x="5398770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FCC9AFD-B1B7-4D09-A05B-03E9385F2DE0}"/>
              </a:ext>
            </a:extLst>
          </p:cNvPr>
          <p:cNvSpPr>
            <a:spLocks noGrp="1"/>
          </p:cNvSpPr>
          <p:nvPr/>
        </p:nvSpPr>
        <p:spPr>
          <a:xfrm>
            <a:off x="6094095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3D0D4563-F5B0-434E-96CC-E053E67505F3}"/>
              </a:ext>
            </a:extLst>
          </p:cNvPr>
          <p:cNvSpPr>
            <a:spLocks noGrp="1"/>
          </p:cNvSpPr>
          <p:nvPr/>
        </p:nvSpPr>
        <p:spPr>
          <a:xfrm>
            <a:off x="6789420" y="463677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E7D91280-7B80-4311-AA7B-4934BA5738E4}"/>
              </a:ext>
            </a:extLst>
          </p:cNvPr>
          <p:cNvSpPr>
            <a:spLocks noGrp="1"/>
          </p:cNvSpPr>
          <p:nvPr/>
        </p:nvSpPr>
        <p:spPr>
          <a:xfrm>
            <a:off x="1303020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344DA89-1FCE-4523-94A7-0DFC66F1A761}"/>
              </a:ext>
            </a:extLst>
          </p:cNvPr>
          <p:cNvSpPr>
            <a:spLocks noGrp="1"/>
          </p:cNvSpPr>
          <p:nvPr/>
        </p:nvSpPr>
        <p:spPr>
          <a:xfrm>
            <a:off x="1998345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1736A34C-100D-465A-AACD-961CA1F36233}"/>
              </a:ext>
            </a:extLst>
          </p:cNvPr>
          <p:cNvSpPr>
            <a:spLocks noGrp="1"/>
          </p:cNvSpPr>
          <p:nvPr/>
        </p:nvSpPr>
        <p:spPr>
          <a:xfrm>
            <a:off x="2693670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7E97FAE-C9BC-4148-9568-1AF32A50956B}"/>
              </a:ext>
            </a:extLst>
          </p:cNvPr>
          <p:cNvSpPr>
            <a:spLocks noGrp="1"/>
          </p:cNvSpPr>
          <p:nvPr/>
        </p:nvSpPr>
        <p:spPr>
          <a:xfrm>
            <a:off x="3388995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774F404-2A3A-41D5-B2DA-F37521DD139F}"/>
              </a:ext>
            </a:extLst>
          </p:cNvPr>
          <p:cNvSpPr>
            <a:spLocks noGrp="1"/>
          </p:cNvSpPr>
          <p:nvPr/>
        </p:nvSpPr>
        <p:spPr>
          <a:xfrm>
            <a:off x="4084320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54EF28B9-A10E-4130-82D0-D8D6C8D8438E}"/>
              </a:ext>
            </a:extLst>
          </p:cNvPr>
          <p:cNvSpPr>
            <a:spLocks noGrp="1"/>
          </p:cNvSpPr>
          <p:nvPr/>
        </p:nvSpPr>
        <p:spPr>
          <a:xfrm>
            <a:off x="4779645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FA646255-0EA3-4113-A627-B148299BC4A2}"/>
              </a:ext>
            </a:extLst>
          </p:cNvPr>
          <p:cNvSpPr>
            <a:spLocks noGrp="1"/>
          </p:cNvSpPr>
          <p:nvPr/>
        </p:nvSpPr>
        <p:spPr>
          <a:xfrm>
            <a:off x="5474970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9C12FDBA-713F-4268-9FC0-B4A710B309C2}"/>
              </a:ext>
            </a:extLst>
          </p:cNvPr>
          <p:cNvSpPr>
            <a:spLocks noGrp="1"/>
          </p:cNvSpPr>
          <p:nvPr/>
        </p:nvSpPr>
        <p:spPr>
          <a:xfrm>
            <a:off x="6170295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26159C0F-4A3A-42AE-9C5E-B86168A9F320}"/>
              </a:ext>
            </a:extLst>
          </p:cNvPr>
          <p:cNvSpPr>
            <a:spLocks noGrp="1"/>
          </p:cNvSpPr>
          <p:nvPr/>
        </p:nvSpPr>
        <p:spPr>
          <a:xfrm>
            <a:off x="6865620" y="5036820"/>
            <a:ext cx="99060" cy="99060"/>
          </a:xfrm>
          <a:prstGeom prst="ellipse">
            <a:avLst/>
          </a:prstGeom>
          <a:solidFill>
            <a:srgbClr val="3D8D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B25B98D-0EFA-40C0-8167-FE21556296A0}"/>
              </a:ext>
            </a:extLst>
          </p:cNvPr>
          <p:cNvSpPr>
            <a:spLocks noGrp="1"/>
          </p:cNvSpPr>
          <p:nvPr/>
        </p:nvSpPr>
        <p:spPr>
          <a:xfrm>
            <a:off x="1666875" y="3105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REGION 1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93DE958-10C6-47F6-9A4F-C5A20F389F7D}"/>
              </a:ext>
            </a:extLst>
          </p:cNvPr>
          <p:cNvSpPr>
            <a:spLocks noGrp="1"/>
          </p:cNvSpPr>
          <p:nvPr/>
        </p:nvSpPr>
        <p:spPr>
          <a:xfrm>
            <a:off x="3762375" y="3105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REGION 2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550C6B2-FBEF-43FA-9FFC-9C4876FB5D17}"/>
              </a:ext>
            </a:extLst>
          </p:cNvPr>
          <p:cNvSpPr>
            <a:spLocks noGrp="1"/>
          </p:cNvSpPr>
          <p:nvPr/>
        </p:nvSpPr>
        <p:spPr>
          <a:xfrm>
            <a:off x="5857875" y="3105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REGION 3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7FD35317-C5C8-4732-B596-5667892AE6FE}"/>
              </a:ext>
            </a:extLst>
          </p:cNvPr>
          <p:cNvSpPr>
            <a:spLocks noGrp="1"/>
          </p:cNvSpPr>
          <p:nvPr/>
        </p:nvSpPr>
        <p:spPr>
          <a:xfrm>
            <a:off x="1704975" y="1524000"/>
            <a:ext cx="495300" cy="3429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4D3D3EC2-D4A8-4B43-BF43-9BE8819E3A48}"/>
              </a:ext>
            </a:extLst>
          </p:cNvPr>
          <p:cNvSpPr>
            <a:spLocks noGrp="1"/>
          </p:cNvSpPr>
          <p:nvPr/>
        </p:nvSpPr>
        <p:spPr>
          <a:xfrm>
            <a:off x="4038600" y="1066800"/>
            <a:ext cx="495300" cy="3429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5440F7C3-2D14-4F80-ADD9-EB66826DAC97}"/>
              </a:ext>
            </a:extLst>
          </p:cNvPr>
          <p:cNvSpPr>
            <a:spLocks noGrp="1"/>
          </p:cNvSpPr>
          <p:nvPr/>
        </p:nvSpPr>
        <p:spPr>
          <a:xfrm>
            <a:off x="6372225" y="1524000"/>
            <a:ext cx="495300" cy="3429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4082D79-D892-4941-BB46-B17E1C4C2B37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non-periodic 2-D mesh + regional star ownership</a:t>
            </a:r>
          </a:p>
        </p:txBody>
      </p:sp>
      <p:sp>
        <p:nvSpPr>
          <p:cNvPr id="186" name="Straight Connector 185">
            <a:extLst>
              <a:ext uri="{FF2B5EF4-FFF2-40B4-BE49-F238E27FC236}">
                <a16:creationId xmlns:a16="http://schemas.microsoft.com/office/drawing/2014/main" id="{4D1F32F5-EAE8-408A-9D61-E3382FBCBF2B}"/>
              </a:ext>
            </a:extLst>
          </p:cNvPr>
          <p:cNvSpPr>
            <a:spLocks noGrp="1"/>
          </p:cNvSpPr>
          <p:nvPr/>
        </p:nvSpPr>
        <p:spPr>
          <a:xfrm>
            <a:off x="8191500" y="1352550"/>
            <a:ext cx="4763" cy="4572000"/>
          </a:xfrm>
          <a:prstGeom prst="line">
            <a:avLst/>
          </a:prstGeom>
          <a:noFill/>
          <a:ln w="11430">
            <a:solidFill>
              <a:srgbClr val="CB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86C9593-6ADB-4DAA-9031-9E58ACBCE7ED}"/>
              </a:ext>
            </a:extLst>
          </p:cNvPr>
          <p:cNvSpPr>
            <a:spLocks noGrp="1"/>
          </p:cNvSpPr>
          <p:nvPr/>
        </p:nvSpPr>
        <p:spPr>
          <a:xfrm>
            <a:off x="8667750" y="1352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THIS WORKS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27A03A7-F6F3-42F4-B1C0-71D7E6DC9A95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MESH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0F5D3CD-CBAF-474E-AB70-AEFDEA8D6472}"/>
              </a:ext>
            </a:extLst>
          </p:cNvPr>
          <p:cNvSpPr>
            <a:spLocks noGrp="1"/>
          </p:cNvSpPr>
          <p:nvPr/>
        </p:nvSpPr>
        <p:spPr>
          <a:xfrm>
            <a:off x="8667750" y="21717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Direct neighbour communication</a:t>
            </a:r>
          </a:p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without wrap-around links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D6CBE71-4616-496F-A918-C05865EAAAC5}"/>
              </a:ext>
            </a:extLst>
          </p:cNvPr>
          <p:cNvSpPr>
            <a:spLocks noGrp="1"/>
          </p:cNvSpPr>
          <p:nvPr/>
        </p:nvSpPr>
        <p:spPr>
          <a:xfrm>
            <a:off x="8667750" y="2838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REGIONAL OWNERSHIP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3284B35-AF62-4FDF-B1A2-175D8AC453BF}"/>
              </a:ext>
            </a:extLst>
          </p:cNvPr>
          <p:cNvSpPr>
            <a:spLocks noGrp="1"/>
          </p:cNvSpPr>
          <p:nvPr/>
        </p:nvSpPr>
        <p:spPr>
          <a:xfrm>
            <a:off x="8667750" y="31432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Each base manages one area</a:t>
            </a:r>
          </a:p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and all nodes in that area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A9B7E70-EC20-4443-8151-AFB25BC4ADF4}"/>
              </a:ext>
            </a:extLst>
          </p:cNvPr>
          <p:cNvSpPr>
            <a:spLocks noGrp="1"/>
          </p:cNvSpPr>
          <p:nvPr/>
        </p:nvSpPr>
        <p:spPr>
          <a:xfrm>
            <a:off x="8667750" y="3810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DISTRIBUTED LOAD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CC4E131-10B8-4722-A3B7-528F6078CD6E}"/>
              </a:ext>
            </a:extLst>
          </p:cNvPr>
          <p:cNvSpPr>
            <a:spLocks noGrp="1"/>
          </p:cNvSpPr>
          <p:nvPr/>
        </p:nvSpPr>
        <p:spPr>
          <a:xfrm>
            <a:off x="8667750" y="41148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Reporting and alert handling</a:t>
            </a:r>
          </a:p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are shared across bases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92C015F-730D-4C3E-BB9C-901C99B9C484}"/>
              </a:ext>
            </a:extLst>
          </p:cNvPr>
          <p:cNvSpPr>
            <a:spLocks noGrp="1"/>
          </p:cNvSpPr>
          <p:nvPr/>
        </p:nvSpPr>
        <p:spPr>
          <a:xfrm>
            <a:off x="8667750" y="47815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 COORDINATION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78C5C35-112B-48AF-9111-08FAF450F6D9}"/>
              </a:ext>
            </a:extLst>
          </p:cNvPr>
          <p:cNvSpPr>
            <a:spLocks noGrp="1"/>
          </p:cNvSpPr>
          <p:nvPr/>
        </p:nvSpPr>
        <p:spPr>
          <a:xfrm>
            <a:off x="8667750" y="50863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Bases can communicate</a:t>
            </a:r>
          </a:p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with every other base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D8D62F0B-F654-44A3-989B-9CE59DF3D928}"/>
              </a:ext>
            </a:extLst>
          </p:cNvPr>
          <p:cNvSpPr>
            <a:spLocks noGrp="1"/>
          </p:cNvSpPr>
          <p:nvPr/>
        </p:nvSpPr>
        <p:spPr>
          <a:xfrm>
            <a:off x="8667750" y="581025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EFF7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13A3335-7774-41F6-9D0E-6AC2529E749F}"/>
              </a:ext>
            </a:extLst>
          </p:cNvPr>
          <p:cNvSpPr>
            <a:spLocks noGrp="1"/>
          </p:cNvSpPr>
          <p:nvPr/>
        </p:nvSpPr>
        <p:spPr>
          <a:xfrm>
            <a:off x="8820150" y="58102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Logical topology ≠ physical cabling</a:t>
            </a:r>
          </a:p>
        </p:txBody>
      </p:sp>
    </p:spTree>
    <p:extLst>
      <p:ext uri="{BB962C8B-B14F-4D97-AF65-F5344CB8AC3E}">
        <p14:creationId xmlns:p14="http://schemas.microsoft.com/office/powerpoint/2010/main" val="5969539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428</Words>
  <Application>Microsoft Macintosh PowerPoint</Application>
  <DocSecurity>0</DocSecurity>
  <PresentationFormat>Widescreen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Shengyuan Jin</cp:lastModifiedBy>
  <cp:revision>1</cp:revision>
  <dcterms:created xsi:type="dcterms:W3CDTF">2026-09-03T16:13:56Z</dcterms:created>
  <dcterms:modified xsi:type="dcterms:W3CDTF">2026-09-03T16:33:02Z</dcterms:modified>
</cp:coreProperties>
</file>